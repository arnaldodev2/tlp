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2" r:id="rId4"/>
  </p:sldMasterIdLst>
  <p:notesMasterIdLst>
    <p:notesMasterId r:id="rId35"/>
  </p:notesMasterIdLst>
  <p:handoutMasterIdLst>
    <p:handoutMasterId r:id="rId36"/>
  </p:handoutMasterIdLst>
  <p:sldIdLst>
    <p:sldId id="678" r:id="rId5"/>
    <p:sldId id="473" r:id="rId6"/>
    <p:sldId id="474" r:id="rId7"/>
    <p:sldId id="679" r:id="rId8"/>
    <p:sldId id="617" r:id="rId9"/>
    <p:sldId id="618" r:id="rId10"/>
    <p:sldId id="622" r:id="rId11"/>
    <p:sldId id="623" r:id="rId12"/>
    <p:sldId id="692" r:id="rId13"/>
    <p:sldId id="479" r:id="rId14"/>
    <p:sldId id="682" r:id="rId15"/>
    <p:sldId id="685" r:id="rId16"/>
    <p:sldId id="684" r:id="rId17"/>
    <p:sldId id="686" r:id="rId18"/>
    <p:sldId id="704" r:id="rId19"/>
    <p:sldId id="688" r:id="rId20"/>
    <p:sldId id="689" r:id="rId21"/>
    <p:sldId id="690" r:id="rId22"/>
    <p:sldId id="680" r:id="rId23"/>
    <p:sldId id="610" r:id="rId24"/>
    <p:sldId id="611" r:id="rId25"/>
    <p:sldId id="612" r:id="rId26"/>
    <p:sldId id="693" r:id="rId27"/>
    <p:sldId id="695" r:id="rId28"/>
    <p:sldId id="696" r:id="rId29"/>
    <p:sldId id="697" r:id="rId30"/>
    <p:sldId id="700" r:id="rId31"/>
    <p:sldId id="701" r:id="rId32"/>
    <p:sldId id="702" r:id="rId33"/>
    <p:sldId id="70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CC"/>
    <a:srgbClr val="0066FF"/>
    <a:srgbClr val="3366FF"/>
    <a:srgbClr val="3399FF"/>
    <a:srgbClr val="FF9900"/>
    <a:srgbClr val="003300"/>
    <a:srgbClr val="FFCC99"/>
    <a:srgbClr val="FF9966"/>
    <a:srgbClr val="FAA260"/>
    <a:srgbClr val="009ED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011868-2085-3AB6-1E68-88D363F6D3C3}" v="4" dt="2026-10-15T09:49:38.857"/>
  </p1510:revLst>
</p1510:revInfo>
</file>

<file path=ppt/tableStyles.xml><?xml version="1.0" encoding="utf-8"?>
<a:tblStyleLst xmlns:a="http://schemas.openxmlformats.org/drawingml/2006/main" def="{5C22544A-7EE6-4342-B048-85BDC9FD1C3A}"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ra Maria Ferreira" userId="S::clara.ferreira@ae-ginestalmachado.pt::0636389c-ff33-46cc-b19e-1fe4ab6f5cb6" providerId="AD" clId="Web-{A111FB63-C0D5-27C9-0949-78E1BDDAB359}"/>
    <pc:docChg chg="addSld delSld modSld sldOrd">
      <pc:chgData name="Clara Maria Ferreira" userId="S::clara.ferreira@ae-ginestalmachado.pt::0636389c-ff33-46cc-b19e-1fe4ab6f5cb6" providerId="AD" clId="Web-{A111FB63-C0D5-27C9-0949-78E1BDDAB359}" dt="2026-09-16T10:34:57.786" v="99"/>
      <pc:docMkLst>
        <pc:docMk/>
      </pc:docMkLst>
      <pc:sldChg chg="addSp delSp modSp">
        <pc:chgData name="Clara Maria Ferreira" userId="S::clara.ferreira@ae-ginestalmachado.pt::0636389c-ff33-46cc-b19e-1fe4ab6f5cb6" providerId="AD" clId="Web-{A111FB63-C0D5-27C9-0949-78E1BDDAB359}" dt="2026-09-16T10:28:00.631" v="28"/>
        <pc:sldMkLst>
          <pc:docMk/>
          <pc:sldMk cId="686406877" sldId="479"/>
        </pc:sldMkLst>
        <pc:spChg chg="add mod">
          <ac:chgData name="Clara Maria Ferreira" userId="S::clara.ferreira@ae-ginestalmachado.pt::0636389c-ff33-46cc-b19e-1fe4ab6f5cb6" providerId="AD" clId="Web-{A111FB63-C0D5-27C9-0949-78E1BDDAB359}" dt="2026-09-16T10:28:00.631" v="28"/>
          <ac:spMkLst>
            <pc:docMk/>
            <pc:sldMk cId="686406877" sldId="479"/>
            <ac:spMk id="3" creationId="{4EA3BE5F-BB0E-AF3E-528E-097AFC955FDB}"/>
          </ac:spMkLst>
        </pc:spChg>
      </pc:sldChg>
      <pc:sldChg chg="addSp delSp modSp">
        <pc:chgData name="Clara Maria Ferreira" userId="S::clara.ferreira@ae-ginestalmachado.pt::0636389c-ff33-46cc-b19e-1fe4ab6f5cb6" providerId="AD" clId="Web-{A111FB63-C0D5-27C9-0949-78E1BDDAB359}" dt="2026-09-16T10:33:20.892" v="87"/>
        <pc:sldMkLst>
          <pc:docMk/>
          <pc:sldMk cId="1889354284" sldId="610"/>
        </pc:sldMkLst>
        <pc:spChg chg="mod ord">
          <ac:chgData name="Clara Maria Ferreira" userId="S::clara.ferreira@ae-ginestalmachado.pt::0636389c-ff33-46cc-b19e-1fe4ab6f5cb6" providerId="AD" clId="Web-{A111FB63-C0D5-27C9-0949-78E1BDDAB359}" dt="2026-09-16T10:33:20.892" v="87"/>
          <ac:spMkLst>
            <pc:docMk/>
            <pc:sldMk cId="1889354284" sldId="610"/>
            <ac:spMk id="2" creationId="{E259452D-BD98-693B-A793-B739E8FDEED3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20.892" v="87"/>
          <ac:spMkLst>
            <pc:docMk/>
            <pc:sldMk cId="1889354284" sldId="610"/>
            <ac:spMk id="54" creationId="{19D32F93-50AC-4C46-A5DB-291C60DDB7BD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20.892" v="87"/>
          <ac:spMkLst>
            <pc:docMk/>
            <pc:sldMk cId="1889354284" sldId="610"/>
            <ac:spMk id="56" creationId="{B9A1D9BC-1455-4308-9ABD-A3F8EDB67AAF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20.892" v="87"/>
          <ac:spMkLst>
            <pc:docMk/>
            <pc:sldMk cId="1889354284" sldId="610"/>
            <ac:spMk id="58" creationId="{827DC2C4-B485-428A-BF4A-472D2967F47F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20.892" v="87"/>
          <ac:spMkLst>
            <pc:docMk/>
            <pc:sldMk cId="1889354284" sldId="610"/>
            <ac:spMk id="60" creationId="{4A62647B-1222-407C-8740-5A497612B1F5}"/>
          </ac:spMkLst>
        </pc:spChg>
        <pc:picChg chg="mod">
          <ac:chgData name="Clara Maria Ferreira" userId="S::clara.ferreira@ae-ginestalmachado.pt::0636389c-ff33-46cc-b19e-1fe4ab6f5cb6" providerId="AD" clId="Web-{A111FB63-C0D5-27C9-0949-78E1BDDAB359}" dt="2026-09-16T10:33:20.892" v="87"/>
          <ac:picMkLst>
            <pc:docMk/>
            <pc:sldMk cId="1889354284" sldId="610"/>
            <ac:picMk id="16" creationId="{D09A926E-7197-8FDA-498D-95C1D1E79630}"/>
          </ac:picMkLst>
        </pc:picChg>
      </pc:sldChg>
      <pc:sldChg chg="addSp delSp modSp">
        <pc:chgData name="Clara Maria Ferreira" userId="S::clara.ferreira@ae-ginestalmachado.pt::0636389c-ff33-46cc-b19e-1fe4ab6f5cb6" providerId="AD" clId="Web-{A111FB63-C0D5-27C9-0949-78E1BDDAB359}" dt="2026-09-16T10:33:27.830" v="88"/>
        <pc:sldMkLst>
          <pc:docMk/>
          <pc:sldMk cId="1976628812" sldId="611"/>
        </pc:sldMkLst>
        <pc:spChg chg="mod">
          <ac:chgData name="Clara Maria Ferreira" userId="S::clara.ferreira@ae-ginestalmachado.pt::0636389c-ff33-46cc-b19e-1fe4ab6f5cb6" providerId="AD" clId="Web-{A111FB63-C0D5-27C9-0949-78E1BDDAB359}" dt="2026-09-16T10:33:27.830" v="88"/>
          <ac:spMkLst>
            <pc:docMk/>
            <pc:sldMk cId="1976628812" sldId="611"/>
            <ac:spMk id="2" creationId="{20ADB466-579E-5A44-9537-24D4A8BDC21E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27.830" v="88"/>
          <ac:spMkLst>
            <pc:docMk/>
            <pc:sldMk cId="1976628812" sldId="611"/>
            <ac:spMk id="47" creationId="{BA79A7CF-01AF-4178-9369-94E0C90EB046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27.830" v="88"/>
          <ac:spMkLst>
            <pc:docMk/>
            <pc:sldMk cId="1976628812" sldId="611"/>
            <ac:spMk id="49" creationId="{99413ED5-9ED4-4772-BCE4-2BCAE6B12E35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27.830" v="88"/>
          <ac:spMkLst>
            <pc:docMk/>
            <pc:sldMk cId="1976628812" sldId="611"/>
            <ac:spMk id="51" creationId="{04357C93-F0CB-4A1C-8F77-4E9063789819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27.830" v="88"/>
          <ac:spMkLst>
            <pc:docMk/>
            <pc:sldMk cId="1976628812" sldId="611"/>
            <ac:spMk id="53" creationId="{90F533E9-6690-41A8-A372-4C6C622D028D}"/>
          </ac:spMkLst>
        </pc:spChg>
        <pc:picChg chg="mod">
          <ac:chgData name="Clara Maria Ferreira" userId="S::clara.ferreira@ae-ginestalmachado.pt::0636389c-ff33-46cc-b19e-1fe4ab6f5cb6" providerId="AD" clId="Web-{A111FB63-C0D5-27C9-0949-78E1BDDAB359}" dt="2026-09-16T10:33:27.830" v="88"/>
          <ac:picMkLst>
            <pc:docMk/>
            <pc:sldMk cId="1976628812" sldId="611"/>
            <ac:picMk id="7" creationId="{3B7124A3-18CE-D00F-86AD-D39ED36839BA}"/>
          </ac:picMkLst>
        </pc:picChg>
      </pc:sldChg>
      <pc:sldChg chg="addSp delSp modSp">
        <pc:chgData name="Clara Maria Ferreira" userId="S::clara.ferreira@ae-ginestalmachado.pt::0636389c-ff33-46cc-b19e-1fe4ab6f5cb6" providerId="AD" clId="Web-{A111FB63-C0D5-27C9-0949-78E1BDDAB359}" dt="2026-09-16T10:33:35.455" v="89"/>
        <pc:sldMkLst>
          <pc:docMk/>
          <pc:sldMk cId="1495374578" sldId="612"/>
        </pc:sldMkLst>
        <pc:spChg chg="mod">
          <ac:chgData name="Clara Maria Ferreira" userId="S::clara.ferreira@ae-ginestalmachado.pt::0636389c-ff33-46cc-b19e-1fe4ab6f5cb6" providerId="AD" clId="Web-{A111FB63-C0D5-27C9-0949-78E1BDDAB359}" dt="2026-09-16T10:33:35.455" v="89"/>
          <ac:spMkLst>
            <pc:docMk/>
            <pc:sldMk cId="1495374578" sldId="612"/>
            <ac:spMk id="2" creationId="{648027E2-DE22-2734-02C3-CE0DC7562FEB}"/>
          </ac:spMkLst>
        </pc:spChg>
        <pc:spChg chg="mod">
          <ac:chgData name="Clara Maria Ferreira" userId="S::clara.ferreira@ae-ginestalmachado.pt::0636389c-ff33-46cc-b19e-1fe4ab6f5cb6" providerId="AD" clId="Web-{A111FB63-C0D5-27C9-0949-78E1BDDAB359}" dt="2026-09-16T10:33:35.455" v="89"/>
          <ac:spMkLst>
            <pc:docMk/>
            <pc:sldMk cId="1495374578" sldId="612"/>
            <ac:spMk id="3" creationId="{00000000-0000-0000-0000-000000000000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35.455" v="89"/>
          <ac:spMkLst>
            <pc:docMk/>
            <pc:sldMk cId="1495374578" sldId="612"/>
            <ac:spMk id="28" creationId="{91DC6ABD-215C-4EA8-A483-CEF5B99AB385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35.455" v="89"/>
          <ac:spMkLst>
            <pc:docMk/>
            <pc:sldMk cId="1495374578" sldId="612"/>
            <ac:spMk id="34" creationId="{04357C93-F0CB-4A1C-8F77-4E9063789819}"/>
          </ac:spMkLst>
        </pc:spChg>
        <pc:grpChg chg="add">
          <ac:chgData name="Clara Maria Ferreira" userId="S::clara.ferreira@ae-ginestalmachado.pt::0636389c-ff33-46cc-b19e-1fe4ab6f5cb6" providerId="AD" clId="Web-{A111FB63-C0D5-27C9-0949-78E1BDDAB359}" dt="2026-09-16T10:33:35.455" v="89"/>
          <ac:grpSpMkLst>
            <pc:docMk/>
            <pc:sldMk cId="1495374578" sldId="612"/>
            <ac:grpSpMk id="30" creationId="{3AF6A671-C637-4547-85F4-51B6D1881399}"/>
          </ac:grpSpMkLst>
        </pc:grpChg>
        <pc:picChg chg="mod">
          <ac:chgData name="Clara Maria Ferreira" userId="S::clara.ferreira@ae-ginestalmachado.pt::0636389c-ff33-46cc-b19e-1fe4ab6f5cb6" providerId="AD" clId="Web-{A111FB63-C0D5-27C9-0949-78E1BDDAB359}" dt="2026-09-16T10:33:35.455" v="89"/>
          <ac:picMkLst>
            <pc:docMk/>
            <pc:sldMk cId="1495374578" sldId="612"/>
            <ac:picMk id="10" creationId="{D3D6A512-E888-DE12-4F79-E9C570CE7973}"/>
          </ac:picMkLst>
        </pc:picChg>
      </pc:sldChg>
      <pc:sldChg chg="addSp delSp modSp">
        <pc:chgData name="Clara Maria Ferreira" userId="S::clara.ferreira@ae-ginestalmachado.pt::0636389c-ff33-46cc-b19e-1fe4ab6f5cb6" providerId="AD" clId="Web-{A111FB63-C0D5-27C9-0949-78E1BDDAB359}" dt="2026-09-16T10:33:10.767" v="86"/>
        <pc:sldMkLst>
          <pc:docMk/>
          <pc:sldMk cId="472078485" sldId="680"/>
        </pc:sldMkLst>
        <pc:spChg chg="mod">
          <ac:chgData name="Clara Maria Ferreira" userId="S::clara.ferreira@ae-ginestalmachado.pt::0636389c-ff33-46cc-b19e-1fe4ab6f5cb6" providerId="AD" clId="Web-{A111FB63-C0D5-27C9-0949-78E1BDDAB359}" dt="2026-09-16T10:33:10.767" v="86"/>
          <ac:spMkLst>
            <pc:docMk/>
            <pc:sldMk cId="472078485" sldId="680"/>
            <ac:spMk id="3" creationId="{AF561DB4-4E07-7070-2EE5-3A01083828B4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10.767" v="86"/>
          <ac:spMkLst>
            <pc:docMk/>
            <pc:sldMk cId="472078485" sldId="680"/>
            <ac:spMk id="25" creationId="{AF1E5E62-9EB9-408E-AE53-A04A4C8110DE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10.767" v="86"/>
          <ac:spMkLst>
            <pc:docMk/>
            <pc:sldMk cId="472078485" sldId="680"/>
            <ac:spMk id="27" creationId="{9C5704B2-7C5B-4738-AF0D-4A2756A69FA1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10.767" v="86"/>
          <ac:spMkLst>
            <pc:docMk/>
            <pc:sldMk cId="472078485" sldId="680"/>
            <ac:spMk id="29" creationId="{DFB36DC4-A410-4DF1-8453-1D85743F5E07}"/>
          </ac:spMkLst>
        </pc:spChg>
        <pc:picChg chg="mod">
          <ac:chgData name="Clara Maria Ferreira" userId="S::clara.ferreira@ae-ginestalmachado.pt::0636389c-ff33-46cc-b19e-1fe4ab6f5cb6" providerId="AD" clId="Web-{A111FB63-C0D5-27C9-0949-78E1BDDAB359}" dt="2026-09-16T10:33:10.767" v="86"/>
          <ac:picMkLst>
            <pc:docMk/>
            <pc:sldMk cId="472078485" sldId="680"/>
            <ac:picMk id="5" creationId="{67E4598E-979B-6243-61AD-C00FC4D4B1DF}"/>
          </ac:picMkLst>
        </pc:picChg>
      </pc:sldChg>
      <pc:sldChg chg="addSp delSp modSp">
        <pc:chgData name="Clara Maria Ferreira" userId="S::clara.ferreira@ae-ginestalmachado.pt::0636389c-ff33-46cc-b19e-1fe4ab6f5cb6" providerId="AD" clId="Web-{A111FB63-C0D5-27C9-0949-78E1BDDAB359}" dt="2026-09-16T10:28:26.429" v="33"/>
        <pc:sldMkLst>
          <pc:docMk/>
          <pc:sldMk cId="2607153877" sldId="682"/>
        </pc:sldMkLst>
        <pc:spChg chg="add mod">
          <ac:chgData name="Clara Maria Ferreira" userId="S::clara.ferreira@ae-ginestalmachado.pt::0636389c-ff33-46cc-b19e-1fe4ab6f5cb6" providerId="AD" clId="Web-{A111FB63-C0D5-27C9-0949-78E1BDDAB359}" dt="2026-09-16T10:28:26.429" v="33"/>
          <ac:spMkLst>
            <pc:docMk/>
            <pc:sldMk cId="2607153877" sldId="682"/>
            <ac:spMk id="4" creationId="{3229CB7F-63BC-F2BA-16F3-F8E12D666A90}"/>
          </ac:spMkLst>
        </pc:spChg>
      </pc:sldChg>
      <pc:sldChg chg="addSp delSp modSp">
        <pc:chgData name="Clara Maria Ferreira" userId="S::clara.ferreira@ae-ginestalmachado.pt::0636389c-ff33-46cc-b19e-1fe4ab6f5cb6" providerId="AD" clId="Web-{A111FB63-C0D5-27C9-0949-78E1BDDAB359}" dt="2026-09-16T10:27:27.411" v="23"/>
        <pc:sldMkLst>
          <pc:docMk/>
          <pc:sldMk cId="4022697756" sldId="684"/>
        </pc:sldMkLst>
        <pc:spChg chg="add mod">
          <ac:chgData name="Clara Maria Ferreira" userId="S::clara.ferreira@ae-ginestalmachado.pt::0636389c-ff33-46cc-b19e-1fe4ab6f5cb6" providerId="AD" clId="Web-{A111FB63-C0D5-27C9-0949-78E1BDDAB359}" dt="2026-09-16T10:27:27.411" v="23"/>
          <ac:spMkLst>
            <pc:docMk/>
            <pc:sldMk cId="4022697756" sldId="684"/>
            <ac:spMk id="2" creationId="{27AF8FA0-678A-6E84-926E-52FBB863649D}"/>
          </ac:spMkLst>
        </pc:spChg>
      </pc:sldChg>
      <pc:sldChg chg="addSp delSp modSp">
        <pc:chgData name="Clara Maria Ferreira" userId="S::clara.ferreira@ae-ginestalmachado.pt::0636389c-ff33-46cc-b19e-1fe4ab6f5cb6" providerId="AD" clId="Web-{A111FB63-C0D5-27C9-0949-78E1BDDAB359}" dt="2026-09-16T10:28:43.539" v="36"/>
        <pc:sldMkLst>
          <pc:docMk/>
          <pc:sldMk cId="1042589238" sldId="685"/>
        </pc:sldMkLst>
        <pc:spChg chg="add mod">
          <ac:chgData name="Clara Maria Ferreira" userId="S::clara.ferreira@ae-ginestalmachado.pt::0636389c-ff33-46cc-b19e-1fe4ab6f5cb6" providerId="AD" clId="Web-{A111FB63-C0D5-27C9-0949-78E1BDDAB359}" dt="2026-09-16T10:28:43.539" v="36"/>
          <ac:spMkLst>
            <pc:docMk/>
            <pc:sldMk cId="1042589238" sldId="685"/>
            <ac:spMk id="3" creationId="{9481E70D-71E3-3CE7-2475-B95A39449DEE}"/>
          </ac:spMkLst>
        </pc:spChg>
      </pc:sldChg>
      <pc:sldChg chg="addSp delSp modSp">
        <pc:chgData name="Clara Maria Ferreira" userId="S::clara.ferreira@ae-ginestalmachado.pt::0636389c-ff33-46cc-b19e-1fe4ab6f5cb6" providerId="AD" clId="Web-{A111FB63-C0D5-27C9-0949-78E1BDDAB359}" dt="2026-09-16T10:26:43.035" v="18" actId="1076"/>
        <pc:sldMkLst>
          <pc:docMk/>
          <pc:sldMk cId="2053103600" sldId="686"/>
        </pc:sldMkLst>
        <pc:spChg chg="mod">
          <ac:chgData name="Clara Maria Ferreira" userId="S::clara.ferreira@ae-ginestalmachado.pt::0636389c-ff33-46cc-b19e-1fe4ab6f5cb6" providerId="AD" clId="Web-{A111FB63-C0D5-27C9-0949-78E1BDDAB359}" dt="2026-09-16T10:26:34.394" v="16"/>
          <ac:spMkLst>
            <pc:docMk/>
            <pc:sldMk cId="2053103600" sldId="686"/>
            <ac:spMk id="329730" creationId="{00000000-0000-0000-0000-000000000000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26:34.394" v="16"/>
          <ac:spMkLst>
            <pc:docMk/>
            <pc:sldMk cId="2053103600" sldId="686"/>
            <ac:spMk id="329804" creationId="{2C1BBA94-3F40-40AA-8BB9-E69E25E537C1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26:34.394" v="16"/>
          <ac:spMkLst>
            <pc:docMk/>
            <pc:sldMk cId="2053103600" sldId="686"/>
            <ac:spMk id="329805" creationId="{7DD77B92-CB36-4B20-A59A-59625E0F08AB}"/>
          </ac:spMkLst>
        </pc:spChg>
        <pc:grpChg chg="mod">
          <ac:chgData name="Clara Maria Ferreira" userId="S::clara.ferreira@ae-ginestalmachado.pt::0636389c-ff33-46cc-b19e-1fe4ab6f5cb6" providerId="AD" clId="Web-{A111FB63-C0D5-27C9-0949-78E1BDDAB359}" dt="2026-09-16T10:26:43.035" v="18" actId="1076"/>
          <ac:grpSpMkLst>
            <pc:docMk/>
            <pc:sldMk cId="2053103600" sldId="686"/>
            <ac:grpSpMk id="7" creationId="{0DAACF7B-FE0B-6F6B-C008-25853D12AC03}"/>
          </ac:grpSpMkLst>
        </pc:grpChg>
        <pc:grpChg chg="add">
          <ac:chgData name="Clara Maria Ferreira" userId="S::clara.ferreira@ae-ginestalmachado.pt::0636389c-ff33-46cc-b19e-1fe4ab6f5cb6" providerId="AD" clId="Web-{A111FB63-C0D5-27C9-0949-78E1BDDAB359}" dt="2026-09-16T10:26:34.394" v="16"/>
          <ac:grpSpMkLst>
            <pc:docMk/>
            <pc:sldMk cId="2053103600" sldId="686"/>
            <ac:grpSpMk id="329806" creationId="{B14B560F-9DD7-4302-A60B-EBD3EF59B073}"/>
          </ac:grpSpMkLst>
        </pc:grpChg>
        <pc:cxnChg chg="mod">
          <ac:chgData name="Clara Maria Ferreira" userId="S::clara.ferreira@ae-ginestalmachado.pt::0636389c-ff33-46cc-b19e-1fe4ab6f5cb6" providerId="AD" clId="Web-{A111FB63-C0D5-27C9-0949-78E1BDDAB359}" dt="2026-09-16T10:26:27.222" v="10"/>
          <ac:cxnSpMkLst>
            <pc:docMk/>
            <pc:sldMk cId="2053103600" sldId="686"/>
            <ac:cxnSpMk id="2" creationId="{C6CA1081-1246-7014-7FE2-F11284036673}"/>
          </ac:cxnSpMkLst>
        </pc:cxnChg>
        <pc:cxnChg chg="mod">
          <ac:chgData name="Clara Maria Ferreira" userId="S::clara.ferreira@ae-ginestalmachado.pt::0636389c-ff33-46cc-b19e-1fe4ab6f5cb6" providerId="AD" clId="Web-{A111FB63-C0D5-27C9-0949-78E1BDDAB359}" dt="2026-09-16T10:26:27.222" v="11"/>
          <ac:cxnSpMkLst>
            <pc:docMk/>
            <pc:sldMk cId="2053103600" sldId="686"/>
            <ac:cxnSpMk id="4" creationId="{95533B09-980D-C8C9-DD42-4AA5D955A3A0}"/>
          </ac:cxnSpMkLst>
        </pc:cxnChg>
        <pc:cxnChg chg="mod">
          <ac:chgData name="Clara Maria Ferreira" userId="S::clara.ferreira@ae-ginestalmachado.pt::0636389c-ff33-46cc-b19e-1fe4ab6f5cb6" providerId="AD" clId="Web-{A111FB63-C0D5-27C9-0949-78E1BDDAB359}" dt="2026-09-16T10:26:27.222" v="12"/>
          <ac:cxnSpMkLst>
            <pc:docMk/>
            <pc:sldMk cId="2053103600" sldId="686"/>
            <ac:cxnSpMk id="5" creationId="{5EF36058-E94D-1B3B-5A2D-78CCE492BB0B}"/>
          </ac:cxnSpMkLst>
        </pc:cxnChg>
        <pc:cxnChg chg="mod">
          <ac:chgData name="Clara Maria Ferreira" userId="S::clara.ferreira@ae-ginestalmachado.pt::0636389c-ff33-46cc-b19e-1fe4ab6f5cb6" providerId="AD" clId="Web-{A111FB63-C0D5-27C9-0949-78E1BDDAB359}" dt="2026-09-16T10:26:27.237" v="13"/>
          <ac:cxnSpMkLst>
            <pc:docMk/>
            <pc:sldMk cId="2053103600" sldId="686"/>
            <ac:cxnSpMk id="6" creationId="{0B0A9F49-E41E-836C-2D84-DC8F440FA5B2}"/>
          </ac:cxnSpMkLst>
        </pc:cxnChg>
      </pc:sldChg>
      <pc:sldChg chg="addSp delSp modSp">
        <pc:chgData name="Clara Maria Ferreira" userId="S::clara.ferreira@ae-ginestalmachado.pt::0636389c-ff33-46cc-b19e-1fe4ab6f5cb6" providerId="AD" clId="Web-{A111FB63-C0D5-27C9-0949-78E1BDDAB359}" dt="2026-09-16T10:31:29.232" v="56"/>
        <pc:sldMkLst>
          <pc:docMk/>
          <pc:sldMk cId="2639727994" sldId="688"/>
        </pc:sldMkLst>
        <pc:spChg chg="add mod">
          <ac:chgData name="Clara Maria Ferreira" userId="S::clara.ferreira@ae-ginestalmachado.pt::0636389c-ff33-46cc-b19e-1fe4ab6f5cb6" providerId="AD" clId="Web-{A111FB63-C0D5-27C9-0949-78E1BDDAB359}" dt="2026-09-16T10:31:29.232" v="56"/>
          <ac:spMkLst>
            <pc:docMk/>
            <pc:sldMk cId="2639727994" sldId="688"/>
            <ac:spMk id="2" creationId="{C10389E8-A542-1241-A230-E458CAC38EC9}"/>
          </ac:spMkLst>
        </pc:spChg>
        <pc:spChg chg="mod">
          <ac:chgData name="Clara Maria Ferreira" userId="S::clara.ferreira@ae-ginestalmachado.pt::0636389c-ff33-46cc-b19e-1fe4ab6f5cb6" providerId="AD" clId="Web-{A111FB63-C0D5-27C9-0949-78E1BDDAB359}" dt="2026-09-16T10:31:03.200" v="52"/>
          <ac:spMkLst>
            <pc:docMk/>
            <pc:sldMk cId="2639727994" sldId="688"/>
            <ac:spMk id="329730" creationId="{00000000-0000-0000-0000-000000000000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1:03.200" v="52"/>
          <ac:spMkLst>
            <pc:docMk/>
            <pc:sldMk cId="2639727994" sldId="688"/>
            <ac:spMk id="329802" creationId="{19D32F93-50AC-4C46-A5DB-291C60DDB7BD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1:03.200" v="52"/>
          <ac:spMkLst>
            <pc:docMk/>
            <pc:sldMk cId="2639727994" sldId="688"/>
            <ac:spMk id="329804" creationId="{827DC2C4-B485-428A-BF4A-472D2967F47F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1:03.200" v="52"/>
          <ac:spMkLst>
            <pc:docMk/>
            <pc:sldMk cId="2639727994" sldId="688"/>
            <ac:spMk id="329806" creationId="{EE04B5EB-F158-4507-90DD-BD23620C7CC9}"/>
          </ac:spMkLst>
        </pc:spChg>
      </pc:sldChg>
      <pc:sldChg chg="addSp delSp modSp">
        <pc:chgData name="Clara Maria Ferreira" userId="S::clara.ferreira@ae-ginestalmachado.pt::0636389c-ff33-46cc-b19e-1fe4ab6f5cb6" providerId="AD" clId="Web-{A111FB63-C0D5-27C9-0949-78E1BDDAB359}" dt="2026-09-16T10:32:25.374" v="80" actId="1076"/>
        <pc:sldMkLst>
          <pc:docMk/>
          <pc:sldMk cId="1407393518" sldId="689"/>
        </pc:sldMkLst>
        <pc:spChg chg="add mod">
          <ac:chgData name="Clara Maria Ferreira" userId="S::clara.ferreira@ae-ginestalmachado.pt::0636389c-ff33-46cc-b19e-1fe4ab6f5cb6" providerId="AD" clId="Web-{A111FB63-C0D5-27C9-0949-78E1BDDAB359}" dt="2026-09-16T10:32:25.374" v="80" actId="1076"/>
          <ac:spMkLst>
            <pc:docMk/>
            <pc:sldMk cId="1407393518" sldId="689"/>
            <ac:spMk id="3" creationId="{6AEEB335-55A8-85E1-507E-C221778AC0F3}"/>
          </ac:spMkLst>
        </pc:spChg>
        <pc:spChg chg="mod">
          <ac:chgData name="Clara Maria Ferreira" userId="S::clara.ferreira@ae-ginestalmachado.pt::0636389c-ff33-46cc-b19e-1fe4ab6f5cb6" providerId="AD" clId="Web-{A111FB63-C0D5-27C9-0949-78E1BDDAB359}" dt="2026-09-16T10:32:07.921" v="76"/>
          <ac:spMkLst>
            <pc:docMk/>
            <pc:sldMk cId="1407393518" sldId="689"/>
            <ac:spMk id="329730" creationId="{00000000-0000-0000-0000-000000000000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2:07.921" v="76"/>
          <ac:spMkLst>
            <pc:docMk/>
            <pc:sldMk cId="1407393518" sldId="689"/>
            <ac:spMk id="329815" creationId="{19D32F93-50AC-4C46-A5DB-291C60DDB7BD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2:07.921" v="76"/>
          <ac:spMkLst>
            <pc:docMk/>
            <pc:sldMk cId="1407393518" sldId="689"/>
            <ac:spMk id="329817" creationId="{86FD7672-78BE-4D6F-A711-2CDB79B52DFF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2:07.921" v="76"/>
          <ac:spMkLst>
            <pc:docMk/>
            <pc:sldMk cId="1407393518" sldId="689"/>
            <ac:spMk id="329819" creationId="{827DC2C4-B485-428A-BF4A-472D2967F47F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2:07.921" v="76"/>
          <ac:spMkLst>
            <pc:docMk/>
            <pc:sldMk cId="1407393518" sldId="689"/>
            <ac:spMk id="329821" creationId="{4A62647B-1222-407C-8740-5A497612B1F5}"/>
          </ac:spMkLst>
        </pc:spChg>
      </pc:sldChg>
      <pc:sldChg chg="addSp delSp modSp">
        <pc:chgData name="Clara Maria Ferreira" userId="S::clara.ferreira@ae-ginestalmachado.pt::0636389c-ff33-46cc-b19e-1fe4ab6f5cb6" providerId="AD" clId="Web-{A111FB63-C0D5-27C9-0949-78E1BDDAB359}" dt="2026-09-16T10:32:58.188" v="84"/>
        <pc:sldMkLst>
          <pc:docMk/>
          <pc:sldMk cId="3176433805" sldId="690"/>
        </pc:sldMkLst>
        <pc:spChg chg="add mod">
          <ac:chgData name="Clara Maria Ferreira" userId="S::clara.ferreira@ae-ginestalmachado.pt::0636389c-ff33-46cc-b19e-1fe4ab6f5cb6" providerId="AD" clId="Web-{A111FB63-C0D5-27C9-0949-78E1BDDAB359}" dt="2026-09-16T10:32:58.188" v="84"/>
          <ac:spMkLst>
            <pc:docMk/>
            <pc:sldMk cId="3176433805" sldId="690"/>
            <ac:spMk id="2" creationId="{1335C99B-B1FC-C2CA-4EE3-339FFE0A4EB0}"/>
          </ac:spMkLst>
        </pc:spChg>
        <pc:spChg chg="mod">
          <ac:chgData name="Clara Maria Ferreira" userId="S::clara.ferreira@ae-ginestalmachado.pt::0636389c-ff33-46cc-b19e-1fe4ab6f5cb6" providerId="AD" clId="Web-{A111FB63-C0D5-27C9-0949-78E1BDDAB359}" dt="2026-09-16T10:32:31.640" v="81"/>
          <ac:spMkLst>
            <pc:docMk/>
            <pc:sldMk cId="3176433805" sldId="690"/>
            <ac:spMk id="329730" creationId="{00000000-0000-0000-0000-000000000000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2:31.640" v="81"/>
          <ac:spMkLst>
            <pc:docMk/>
            <pc:sldMk cId="3176433805" sldId="690"/>
            <ac:spMk id="329815" creationId="{19D32F93-50AC-4C46-A5DB-291C60DDB7BD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2:31.640" v="81"/>
          <ac:spMkLst>
            <pc:docMk/>
            <pc:sldMk cId="3176433805" sldId="690"/>
            <ac:spMk id="329817" creationId="{827DC2C4-B485-428A-BF4A-472D2967F47F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2:31.640" v="81"/>
          <ac:spMkLst>
            <pc:docMk/>
            <pc:sldMk cId="3176433805" sldId="690"/>
            <ac:spMk id="329819" creationId="{EE04B5EB-F158-4507-90DD-BD23620C7CC9}"/>
          </ac:spMkLst>
        </pc:spChg>
      </pc:sldChg>
      <pc:sldChg chg="addSp delSp modSp">
        <pc:chgData name="Clara Maria Ferreira" userId="S::clara.ferreira@ae-ginestalmachado.pt::0636389c-ff33-46cc-b19e-1fe4ab6f5cb6" providerId="AD" clId="Web-{A111FB63-C0D5-27C9-0949-78E1BDDAB359}" dt="2026-09-16T10:33:44.065" v="90"/>
        <pc:sldMkLst>
          <pc:docMk/>
          <pc:sldMk cId="338669080" sldId="693"/>
        </pc:sldMkLst>
        <pc:spChg chg="mod">
          <ac:chgData name="Clara Maria Ferreira" userId="S::clara.ferreira@ae-ginestalmachado.pt::0636389c-ff33-46cc-b19e-1fe4ab6f5cb6" providerId="AD" clId="Web-{A111FB63-C0D5-27C9-0949-78E1BDDAB359}" dt="2026-09-16T10:33:44.065" v="90"/>
          <ac:spMkLst>
            <pc:docMk/>
            <pc:sldMk cId="338669080" sldId="693"/>
            <ac:spMk id="66562" creationId="{00000000-0000-0000-0000-000000000000}"/>
          </ac:spMkLst>
        </pc:spChg>
        <pc:spChg chg="mod">
          <ac:chgData name="Clara Maria Ferreira" userId="S::clara.ferreira@ae-ginestalmachado.pt::0636389c-ff33-46cc-b19e-1fe4ab6f5cb6" providerId="AD" clId="Web-{A111FB63-C0D5-27C9-0949-78E1BDDAB359}" dt="2026-09-16T10:33:44.065" v="90"/>
          <ac:spMkLst>
            <pc:docMk/>
            <pc:sldMk cId="338669080" sldId="693"/>
            <ac:spMk id="66563" creationId="{00000000-0000-0000-0000-000000000000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44.065" v="90"/>
          <ac:spMkLst>
            <pc:docMk/>
            <pc:sldMk cId="338669080" sldId="693"/>
            <ac:spMk id="66578" creationId="{201CC55D-ED54-4C5C-95E6-10947BD1103B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44.065" v="90"/>
          <ac:spMkLst>
            <pc:docMk/>
            <pc:sldMk cId="338669080" sldId="693"/>
            <ac:spMk id="66584" creationId="{3873B707-463F-40B0-8227-E8CC6C67EB25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44.065" v="90"/>
          <ac:spMkLst>
            <pc:docMk/>
            <pc:sldMk cId="338669080" sldId="693"/>
            <ac:spMk id="66586" creationId="{C13237C8-E62C-4F0D-A318-BD6FB6C2D138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44.065" v="90"/>
          <ac:spMkLst>
            <pc:docMk/>
            <pc:sldMk cId="338669080" sldId="693"/>
            <ac:spMk id="66588" creationId="{19C9EAEA-39D0-4B0E-A0EB-51E7B26740B1}"/>
          </ac:spMkLst>
        </pc:spChg>
        <pc:grpChg chg="add">
          <ac:chgData name="Clara Maria Ferreira" userId="S::clara.ferreira@ae-ginestalmachado.pt::0636389c-ff33-46cc-b19e-1fe4ab6f5cb6" providerId="AD" clId="Web-{A111FB63-C0D5-27C9-0949-78E1BDDAB359}" dt="2026-09-16T10:33:44.065" v="90"/>
          <ac:grpSpMkLst>
            <pc:docMk/>
            <pc:sldMk cId="338669080" sldId="693"/>
            <ac:grpSpMk id="66580" creationId="{1DE889C7-FAD6-4397-98E2-05D503484459}"/>
          </ac:grpSpMkLst>
        </pc:grpChg>
        <pc:picChg chg="mod ord">
          <ac:chgData name="Clara Maria Ferreira" userId="S::clara.ferreira@ae-ginestalmachado.pt::0636389c-ff33-46cc-b19e-1fe4ab6f5cb6" providerId="AD" clId="Web-{A111FB63-C0D5-27C9-0949-78E1BDDAB359}" dt="2026-09-16T10:33:44.065" v="90"/>
          <ac:picMkLst>
            <pc:docMk/>
            <pc:sldMk cId="338669080" sldId="693"/>
            <ac:picMk id="66565" creationId="{E8CD29D2-6798-59A5-9B49-28CA4643FF97}"/>
          </ac:picMkLst>
        </pc:picChg>
      </pc:sldChg>
      <pc:sldChg chg="addSp delSp modSp">
        <pc:chgData name="Clara Maria Ferreira" userId="S::clara.ferreira@ae-ginestalmachado.pt::0636389c-ff33-46cc-b19e-1fe4ab6f5cb6" providerId="AD" clId="Web-{A111FB63-C0D5-27C9-0949-78E1BDDAB359}" dt="2026-09-16T10:33:54.159" v="91"/>
        <pc:sldMkLst>
          <pc:docMk/>
          <pc:sldMk cId="4152335489" sldId="695"/>
        </pc:sldMkLst>
        <pc:spChg chg="mod">
          <ac:chgData name="Clara Maria Ferreira" userId="S::clara.ferreira@ae-ginestalmachado.pt::0636389c-ff33-46cc-b19e-1fe4ab6f5cb6" providerId="AD" clId="Web-{A111FB63-C0D5-27C9-0949-78E1BDDAB359}" dt="2026-09-16T10:33:54.159" v="91"/>
          <ac:spMkLst>
            <pc:docMk/>
            <pc:sldMk cId="4152335489" sldId="695"/>
            <ac:spMk id="2" creationId="{6A874AFB-FB76-AF88-02EC-9EB0794CA2D5}"/>
          </ac:spMkLst>
        </pc:spChg>
        <pc:spChg chg="mod">
          <ac:chgData name="Clara Maria Ferreira" userId="S::clara.ferreira@ae-ginestalmachado.pt::0636389c-ff33-46cc-b19e-1fe4ab6f5cb6" providerId="AD" clId="Web-{A111FB63-C0D5-27C9-0949-78E1BDDAB359}" dt="2026-09-16T10:33:54.159" v="91"/>
          <ac:spMkLst>
            <pc:docMk/>
            <pc:sldMk cId="4152335489" sldId="695"/>
            <ac:spMk id="3" creationId="{5D09B4FE-3916-EB1E-59A8-00F87EEC2CE3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54.159" v="91"/>
          <ac:spMkLst>
            <pc:docMk/>
            <pc:sldMk cId="4152335489" sldId="695"/>
            <ac:spMk id="18" creationId="{201CC55D-ED54-4C5C-95E6-10947BD1103B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54.159" v="91"/>
          <ac:spMkLst>
            <pc:docMk/>
            <pc:sldMk cId="4152335489" sldId="695"/>
            <ac:spMk id="24" creationId="{3873B707-463F-40B0-8227-E8CC6C67EB25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54.159" v="91"/>
          <ac:spMkLst>
            <pc:docMk/>
            <pc:sldMk cId="4152335489" sldId="695"/>
            <ac:spMk id="26" creationId="{C13237C8-E62C-4F0D-A318-BD6FB6C2D138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54.159" v="91"/>
          <ac:spMkLst>
            <pc:docMk/>
            <pc:sldMk cId="4152335489" sldId="695"/>
            <ac:spMk id="28" creationId="{19C9EAEA-39D0-4B0E-A0EB-51E7B26740B1}"/>
          </ac:spMkLst>
        </pc:spChg>
        <pc:grpChg chg="add">
          <ac:chgData name="Clara Maria Ferreira" userId="S::clara.ferreira@ae-ginestalmachado.pt::0636389c-ff33-46cc-b19e-1fe4ab6f5cb6" providerId="AD" clId="Web-{A111FB63-C0D5-27C9-0949-78E1BDDAB359}" dt="2026-09-16T10:33:54.159" v="91"/>
          <ac:grpSpMkLst>
            <pc:docMk/>
            <pc:sldMk cId="4152335489" sldId="695"/>
            <ac:grpSpMk id="20" creationId="{1DE889C7-FAD6-4397-98E2-05D503484459}"/>
          </ac:grpSpMkLst>
        </pc:grpChg>
        <pc:picChg chg="mod ord">
          <ac:chgData name="Clara Maria Ferreira" userId="S::clara.ferreira@ae-ginestalmachado.pt::0636389c-ff33-46cc-b19e-1fe4ab6f5cb6" providerId="AD" clId="Web-{A111FB63-C0D5-27C9-0949-78E1BDDAB359}" dt="2026-09-16T10:33:54.159" v="91"/>
          <ac:picMkLst>
            <pc:docMk/>
            <pc:sldMk cId="4152335489" sldId="695"/>
            <ac:picMk id="5" creationId="{3ED152D0-2BD5-3B38-DEF3-A0275E4746F8}"/>
          </ac:picMkLst>
        </pc:picChg>
      </pc:sldChg>
      <pc:sldChg chg="addSp delSp modSp">
        <pc:chgData name="Clara Maria Ferreira" userId="S::clara.ferreira@ae-ginestalmachado.pt::0636389c-ff33-46cc-b19e-1fe4ab6f5cb6" providerId="AD" clId="Web-{A111FB63-C0D5-27C9-0949-78E1BDDAB359}" dt="2026-09-16T10:33:58.096" v="92"/>
        <pc:sldMkLst>
          <pc:docMk/>
          <pc:sldMk cId="3466459863" sldId="696"/>
        </pc:sldMkLst>
        <pc:spChg chg="mod">
          <ac:chgData name="Clara Maria Ferreira" userId="S::clara.ferreira@ae-ginestalmachado.pt::0636389c-ff33-46cc-b19e-1fe4ab6f5cb6" providerId="AD" clId="Web-{A111FB63-C0D5-27C9-0949-78E1BDDAB359}" dt="2026-09-16T10:33:58.096" v="92"/>
          <ac:spMkLst>
            <pc:docMk/>
            <pc:sldMk cId="3466459863" sldId="696"/>
            <ac:spMk id="3" creationId="{D86C5047-2D7D-6E44-8F88-BB15FDC5AD93}"/>
          </ac:spMkLst>
        </pc:spChg>
        <pc:spChg chg="mod">
          <ac:chgData name="Clara Maria Ferreira" userId="S::clara.ferreira@ae-ginestalmachado.pt::0636389c-ff33-46cc-b19e-1fe4ab6f5cb6" providerId="AD" clId="Web-{A111FB63-C0D5-27C9-0949-78E1BDDAB359}" dt="2026-09-16T10:33:58.096" v="92"/>
          <ac:spMkLst>
            <pc:docMk/>
            <pc:sldMk cId="3466459863" sldId="696"/>
            <ac:spMk id="4" creationId="{7218DC7C-85F2-E55F-BD35-F6488416C7C6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58.096" v="92"/>
          <ac:spMkLst>
            <pc:docMk/>
            <pc:sldMk cId="3466459863" sldId="696"/>
            <ac:spMk id="19" creationId="{201CC55D-ED54-4C5C-95E6-10947BD1103B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58.096" v="92"/>
          <ac:spMkLst>
            <pc:docMk/>
            <pc:sldMk cId="3466459863" sldId="696"/>
            <ac:spMk id="25" creationId="{3873B707-463F-40B0-8227-E8CC6C67EB25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58.096" v="92"/>
          <ac:spMkLst>
            <pc:docMk/>
            <pc:sldMk cId="3466459863" sldId="696"/>
            <ac:spMk id="27" creationId="{C13237C8-E62C-4F0D-A318-BD6FB6C2D138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3:58.096" v="92"/>
          <ac:spMkLst>
            <pc:docMk/>
            <pc:sldMk cId="3466459863" sldId="696"/>
            <ac:spMk id="29" creationId="{19C9EAEA-39D0-4B0E-A0EB-51E7B26740B1}"/>
          </ac:spMkLst>
        </pc:spChg>
        <pc:grpChg chg="add">
          <ac:chgData name="Clara Maria Ferreira" userId="S::clara.ferreira@ae-ginestalmachado.pt::0636389c-ff33-46cc-b19e-1fe4ab6f5cb6" providerId="AD" clId="Web-{A111FB63-C0D5-27C9-0949-78E1BDDAB359}" dt="2026-09-16T10:33:58.096" v="92"/>
          <ac:grpSpMkLst>
            <pc:docMk/>
            <pc:sldMk cId="3466459863" sldId="696"/>
            <ac:grpSpMk id="21" creationId="{1DE889C7-FAD6-4397-98E2-05D503484459}"/>
          </ac:grpSpMkLst>
        </pc:grpChg>
        <pc:picChg chg="mod">
          <ac:chgData name="Clara Maria Ferreira" userId="S::clara.ferreira@ae-ginestalmachado.pt::0636389c-ff33-46cc-b19e-1fe4ab6f5cb6" providerId="AD" clId="Web-{A111FB63-C0D5-27C9-0949-78E1BDDAB359}" dt="2026-09-16T10:33:58.096" v="92"/>
          <ac:picMkLst>
            <pc:docMk/>
            <pc:sldMk cId="3466459863" sldId="696"/>
            <ac:picMk id="6" creationId="{20984F11-D4D1-B5C3-FF9F-377010128DDF}"/>
          </ac:picMkLst>
        </pc:picChg>
      </pc:sldChg>
      <pc:sldChg chg="addSp delSp modSp">
        <pc:chgData name="Clara Maria Ferreira" userId="S::clara.ferreira@ae-ginestalmachado.pt::0636389c-ff33-46cc-b19e-1fe4ab6f5cb6" providerId="AD" clId="Web-{A111FB63-C0D5-27C9-0949-78E1BDDAB359}" dt="2026-09-16T10:34:03.987" v="93"/>
        <pc:sldMkLst>
          <pc:docMk/>
          <pc:sldMk cId="814239924" sldId="697"/>
        </pc:sldMkLst>
        <pc:spChg chg="mod">
          <ac:chgData name="Clara Maria Ferreira" userId="S::clara.ferreira@ae-ginestalmachado.pt::0636389c-ff33-46cc-b19e-1fe4ab6f5cb6" providerId="AD" clId="Web-{A111FB63-C0D5-27C9-0949-78E1BDDAB359}" dt="2026-09-16T10:34:03.987" v="93"/>
          <ac:spMkLst>
            <pc:docMk/>
            <pc:sldMk cId="814239924" sldId="697"/>
            <ac:spMk id="2" creationId="{9A786C47-D64E-FD75-17E4-F3D203C50439}"/>
          </ac:spMkLst>
        </pc:spChg>
        <pc:spChg chg="mod">
          <ac:chgData name="Clara Maria Ferreira" userId="S::clara.ferreira@ae-ginestalmachado.pt::0636389c-ff33-46cc-b19e-1fe4ab6f5cb6" providerId="AD" clId="Web-{A111FB63-C0D5-27C9-0949-78E1BDDAB359}" dt="2026-09-16T10:34:03.987" v="93"/>
          <ac:spMkLst>
            <pc:docMk/>
            <pc:sldMk cId="814239924" sldId="697"/>
            <ac:spMk id="3" creationId="{5556BEEF-67A1-DFA7-ADA6-018101BA0F28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03.987" v="93"/>
          <ac:spMkLst>
            <pc:docMk/>
            <pc:sldMk cId="814239924" sldId="697"/>
            <ac:spMk id="18" creationId="{201CC55D-ED54-4C5C-95E6-10947BD1103B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03.987" v="93"/>
          <ac:spMkLst>
            <pc:docMk/>
            <pc:sldMk cId="814239924" sldId="697"/>
            <ac:spMk id="24" creationId="{3873B707-463F-40B0-8227-E8CC6C67EB25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03.987" v="93"/>
          <ac:spMkLst>
            <pc:docMk/>
            <pc:sldMk cId="814239924" sldId="697"/>
            <ac:spMk id="26" creationId="{C13237C8-E62C-4F0D-A318-BD6FB6C2D138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03.987" v="93"/>
          <ac:spMkLst>
            <pc:docMk/>
            <pc:sldMk cId="814239924" sldId="697"/>
            <ac:spMk id="28" creationId="{19C9EAEA-39D0-4B0E-A0EB-51E7B26740B1}"/>
          </ac:spMkLst>
        </pc:spChg>
        <pc:grpChg chg="add">
          <ac:chgData name="Clara Maria Ferreira" userId="S::clara.ferreira@ae-ginestalmachado.pt::0636389c-ff33-46cc-b19e-1fe4ab6f5cb6" providerId="AD" clId="Web-{A111FB63-C0D5-27C9-0949-78E1BDDAB359}" dt="2026-09-16T10:34:03.987" v="93"/>
          <ac:grpSpMkLst>
            <pc:docMk/>
            <pc:sldMk cId="814239924" sldId="697"/>
            <ac:grpSpMk id="20" creationId="{1DE889C7-FAD6-4397-98E2-05D503484459}"/>
          </ac:grpSpMkLst>
        </pc:grpChg>
        <pc:picChg chg="mod">
          <ac:chgData name="Clara Maria Ferreira" userId="S::clara.ferreira@ae-ginestalmachado.pt::0636389c-ff33-46cc-b19e-1fe4ab6f5cb6" providerId="AD" clId="Web-{A111FB63-C0D5-27C9-0949-78E1BDDAB359}" dt="2026-09-16T10:34:03.987" v="93"/>
          <ac:picMkLst>
            <pc:docMk/>
            <pc:sldMk cId="814239924" sldId="697"/>
            <ac:picMk id="5" creationId="{1AE867E4-19FD-D746-E0D5-5EDA80292880}"/>
          </ac:picMkLst>
        </pc:picChg>
      </pc:sldChg>
      <pc:sldChg chg="addSp delSp modSp">
        <pc:chgData name="Clara Maria Ferreira" userId="S::clara.ferreira@ae-ginestalmachado.pt::0636389c-ff33-46cc-b19e-1fe4ab6f5cb6" providerId="AD" clId="Web-{A111FB63-C0D5-27C9-0949-78E1BDDAB359}" dt="2026-09-16T10:34:12.206" v="94"/>
        <pc:sldMkLst>
          <pc:docMk/>
          <pc:sldMk cId="2506343186" sldId="700"/>
        </pc:sldMkLst>
        <pc:spChg chg="mod">
          <ac:chgData name="Clara Maria Ferreira" userId="S::clara.ferreira@ae-ginestalmachado.pt::0636389c-ff33-46cc-b19e-1fe4ab6f5cb6" providerId="AD" clId="Web-{A111FB63-C0D5-27C9-0949-78E1BDDAB359}" dt="2026-09-16T10:34:12.206" v="94"/>
          <ac:spMkLst>
            <pc:docMk/>
            <pc:sldMk cId="2506343186" sldId="700"/>
            <ac:spMk id="2" creationId="{3FAB94DE-7444-709E-082E-3693B309432F}"/>
          </ac:spMkLst>
        </pc:spChg>
        <pc:spChg chg="mod">
          <ac:chgData name="Clara Maria Ferreira" userId="S::clara.ferreira@ae-ginestalmachado.pt::0636389c-ff33-46cc-b19e-1fe4ab6f5cb6" providerId="AD" clId="Web-{A111FB63-C0D5-27C9-0949-78E1BDDAB359}" dt="2026-09-16T10:34:12.206" v="94"/>
          <ac:spMkLst>
            <pc:docMk/>
            <pc:sldMk cId="2506343186" sldId="700"/>
            <ac:spMk id="3" creationId="{F16580EC-9662-8703-AD9F-4680FB658307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12.206" v="94"/>
          <ac:spMkLst>
            <pc:docMk/>
            <pc:sldMk cId="2506343186" sldId="700"/>
            <ac:spMk id="18" creationId="{201CC55D-ED54-4C5C-95E6-10947BD1103B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12.206" v="94"/>
          <ac:spMkLst>
            <pc:docMk/>
            <pc:sldMk cId="2506343186" sldId="700"/>
            <ac:spMk id="24" creationId="{3873B707-463F-40B0-8227-E8CC6C67EB25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12.206" v="94"/>
          <ac:spMkLst>
            <pc:docMk/>
            <pc:sldMk cId="2506343186" sldId="700"/>
            <ac:spMk id="26" creationId="{C13237C8-E62C-4F0D-A318-BD6FB6C2D138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12.206" v="94"/>
          <ac:spMkLst>
            <pc:docMk/>
            <pc:sldMk cId="2506343186" sldId="700"/>
            <ac:spMk id="28" creationId="{19C9EAEA-39D0-4B0E-A0EB-51E7B26740B1}"/>
          </ac:spMkLst>
        </pc:spChg>
        <pc:grpChg chg="add">
          <ac:chgData name="Clara Maria Ferreira" userId="S::clara.ferreira@ae-ginestalmachado.pt::0636389c-ff33-46cc-b19e-1fe4ab6f5cb6" providerId="AD" clId="Web-{A111FB63-C0D5-27C9-0949-78E1BDDAB359}" dt="2026-09-16T10:34:12.206" v="94"/>
          <ac:grpSpMkLst>
            <pc:docMk/>
            <pc:sldMk cId="2506343186" sldId="700"/>
            <ac:grpSpMk id="20" creationId="{1DE889C7-FAD6-4397-98E2-05D503484459}"/>
          </ac:grpSpMkLst>
        </pc:grpChg>
        <pc:picChg chg="mod">
          <ac:chgData name="Clara Maria Ferreira" userId="S::clara.ferreira@ae-ginestalmachado.pt::0636389c-ff33-46cc-b19e-1fe4ab6f5cb6" providerId="AD" clId="Web-{A111FB63-C0D5-27C9-0949-78E1BDDAB359}" dt="2026-09-16T10:34:12.206" v="94"/>
          <ac:picMkLst>
            <pc:docMk/>
            <pc:sldMk cId="2506343186" sldId="700"/>
            <ac:picMk id="5" creationId="{0B4613F5-68C0-96D4-73F6-138347DF9C30}"/>
          </ac:picMkLst>
        </pc:picChg>
      </pc:sldChg>
      <pc:sldChg chg="addSp delSp modSp">
        <pc:chgData name="Clara Maria Ferreira" userId="S::clara.ferreira@ae-ginestalmachado.pt::0636389c-ff33-46cc-b19e-1fe4ab6f5cb6" providerId="AD" clId="Web-{A111FB63-C0D5-27C9-0949-78E1BDDAB359}" dt="2026-09-16T10:34:29.207" v="95"/>
        <pc:sldMkLst>
          <pc:docMk/>
          <pc:sldMk cId="3148781153" sldId="701"/>
        </pc:sldMkLst>
        <pc:spChg chg="mod">
          <ac:chgData name="Clara Maria Ferreira" userId="S::clara.ferreira@ae-ginestalmachado.pt::0636389c-ff33-46cc-b19e-1fe4ab6f5cb6" providerId="AD" clId="Web-{A111FB63-C0D5-27C9-0949-78E1BDDAB359}" dt="2026-09-16T10:34:29.207" v="95"/>
          <ac:spMkLst>
            <pc:docMk/>
            <pc:sldMk cId="3148781153" sldId="701"/>
            <ac:spMk id="2" creationId="{09E99DA1-537A-F471-E583-BA796C3721F4}"/>
          </ac:spMkLst>
        </pc:spChg>
        <pc:spChg chg="mod">
          <ac:chgData name="Clara Maria Ferreira" userId="S::clara.ferreira@ae-ginestalmachado.pt::0636389c-ff33-46cc-b19e-1fe4ab6f5cb6" providerId="AD" clId="Web-{A111FB63-C0D5-27C9-0949-78E1BDDAB359}" dt="2026-09-16T10:34:29.207" v="95"/>
          <ac:spMkLst>
            <pc:docMk/>
            <pc:sldMk cId="3148781153" sldId="701"/>
            <ac:spMk id="105475" creationId="{00000000-0000-0000-0000-000000000000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29.207" v="95"/>
          <ac:spMkLst>
            <pc:docMk/>
            <pc:sldMk cId="3148781153" sldId="701"/>
            <ac:spMk id="105490" creationId="{201CC55D-ED54-4C5C-95E6-10947BD1103B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29.207" v="95"/>
          <ac:spMkLst>
            <pc:docMk/>
            <pc:sldMk cId="3148781153" sldId="701"/>
            <ac:spMk id="105496" creationId="{3873B707-463F-40B0-8227-E8CC6C67EB25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29.207" v="95"/>
          <ac:spMkLst>
            <pc:docMk/>
            <pc:sldMk cId="3148781153" sldId="701"/>
            <ac:spMk id="105498" creationId="{C13237C8-E62C-4F0D-A318-BD6FB6C2D138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29.207" v="95"/>
          <ac:spMkLst>
            <pc:docMk/>
            <pc:sldMk cId="3148781153" sldId="701"/>
            <ac:spMk id="105500" creationId="{19C9EAEA-39D0-4B0E-A0EB-51E7B26740B1}"/>
          </ac:spMkLst>
        </pc:spChg>
        <pc:grpChg chg="add">
          <ac:chgData name="Clara Maria Ferreira" userId="S::clara.ferreira@ae-ginestalmachado.pt::0636389c-ff33-46cc-b19e-1fe4ab6f5cb6" providerId="AD" clId="Web-{A111FB63-C0D5-27C9-0949-78E1BDDAB359}" dt="2026-09-16T10:34:29.207" v="95"/>
          <ac:grpSpMkLst>
            <pc:docMk/>
            <pc:sldMk cId="3148781153" sldId="701"/>
            <ac:grpSpMk id="105492" creationId="{1DE889C7-FAD6-4397-98E2-05D503484459}"/>
          </ac:grpSpMkLst>
        </pc:grpChg>
        <pc:picChg chg="mod ord">
          <ac:chgData name="Clara Maria Ferreira" userId="S::clara.ferreira@ae-ginestalmachado.pt::0636389c-ff33-46cc-b19e-1fe4ab6f5cb6" providerId="AD" clId="Web-{A111FB63-C0D5-27C9-0949-78E1BDDAB359}" dt="2026-09-16T10:34:29.207" v="95"/>
          <ac:picMkLst>
            <pc:docMk/>
            <pc:sldMk cId="3148781153" sldId="701"/>
            <ac:picMk id="105477" creationId="{3486EF00-AF28-0A0E-9338-0F7749998ED0}"/>
          </ac:picMkLst>
        </pc:picChg>
      </pc:sldChg>
      <pc:sldChg chg="addSp delSp modSp">
        <pc:chgData name="Clara Maria Ferreira" userId="S::clara.ferreira@ae-ginestalmachado.pt::0636389c-ff33-46cc-b19e-1fe4ab6f5cb6" providerId="AD" clId="Web-{A111FB63-C0D5-27C9-0949-78E1BDDAB359}" dt="2026-09-16T10:34:35.269" v="96"/>
        <pc:sldMkLst>
          <pc:docMk/>
          <pc:sldMk cId="560599527" sldId="702"/>
        </pc:sldMkLst>
        <pc:spChg chg="mod">
          <ac:chgData name="Clara Maria Ferreira" userId="S::clara.ferreira@ae-ginestalmachado.pt::0636389c-ff33-46cc-b19e-1fe4ab6f5cb6" providerId="AD" clId="Web-{A111FB63-C0D5-27C9-0949-78E1BDDAB359}" dt="2026-09-16T10:34:35.269" v="96"/>
          <ac:spMkLst>
            <pc:docMk/>
            <pc:sldMk cId="560599527" sldId="702"/>
            <ac:spMk id="2" creationId="{5AED47CA-B3B8-DEEA-A8A0-6EAF764F3E28}"/>
          </ac:spMkLst>
        </pc:spChg>
        <pc:spChg chg="mod">
          <ac:chgData name="Clara Maria Ferreira" userId="S::clara.ferreira@ae-ginestalmachado.pt::0636389c-ff33-46cc-b19e-1fe4ab6f5cb6" providerId="AD" clId="Web-{A111FB63-C0D5-27C9-0949-78E1BDDAB359}" dt="2026-09-16T10:34:35.269" v="96"/>
          <ac:spMkLst>
            <pc:docMk/>
            <pc:sldMk cId="560599527" sldId="702"/>
            <ac:spMk id="110594" creationId="{00000000-0000-0000-0000-000000000000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35.269" v="96"/>
          <ac:spMkLst>
            <pc:docMk/>
            <pc:sldMk cId="560599527" sldId="702"/>
            <ac:spMk id="394257" creationId="{201CC55D-ED54-4C5C-95E6-10947BD1103B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35.269" v="96"/>
          <ac:spMkLst>
            <pc:docMk/>
            <pc:sldMk cId="560599527" sldId="702"/>
            <ac:spMk id="394263" creationId="{3873B707-463F-40B0-8227-E8CC6C67EB25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35.269" v="96"/>
          <ac:spMkLst>
            <pc:docMk/>
            <pc:sldMk cId="560599527" sldId="702"/>
            <ac:spMk id="394265" creationId="{C13237C8-E62C-4F0D-A318-BD6FB6C2D138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35.269" v="96"/>
          <ac:spMkLst>
            <pc:docMk/>
            <pc:sldMk cId="560599527" sldId="702"/>
            <ac:spMk id="394267" creationId="{19C9EAEA-39D0-4B0E-A0EB-51E7B26740B1}"/>
          </ac:spMkLst>
        </pc:spChg>
        <pc:grpChg chg="add">
          <ac:chgData name="Clara Maria Ferreira" userId="S::clara.ferreira@ae-ginestalmachado.pt::0636389c-ff33-46cc-b19e-1fe4ab6f5cb6" providerId="AD" clId="Web-{A111FB63-C0D5-27C9-0949-78E1BDDAB359}" dt="2026-09-16T10:34:35.269" v="96"/>
          <ac:grpSpMkLst>
            <pc:docMk/>
            <pc:sldMk cId="560599527" sldId="702"/>
            <ac:grpSpMk id="394259" creationId="{1DE889C7-FAD6-4397-98E2-05D503484459}"/>
          </ac:grpSpMkLst>
        </pc:grpChg>
        <pc:picChg chg="mod">
          <ac:chgData name="Clara Maria Ferreira" userId="S::clara.ferreira@ae-ginestalmachado.pt::0636389c-ff33-46cc-b19e-1fe4ab6f5cb6" providerId="AD" clId="Web-{A111FB63-C0D5-27C9-0949-78E1BDDAB359}" dt="2026-09-16T10:34:35.269" v="96"/>
          <ac:picMkLst>
            <pc:docMk/>
            <pc:sldMk cId="560599527" sldId="702"/>
            <ac:picMk id="394244" creationId="{A52225AE-C630-A535-6BDE-E68478715241}"/>
          </ac:picMkLst>
        </pc:picChg>
      </pc:sldChg>
      <pc:sldChg chg="addSp delSp modSp">
        <pc:chgData name="Clara Maria Ferreira" userId="S::clara.ferreira@ae-ginestalmachado.pt::0636389c-ff33-46cc-b19e-1fe4ab6f5cb6" providerId="AD" clId="Web-{A111FB63-C0D5-27C9-0949-78E1BDDAB359}" dt="2026-09-16T10:34:57.786" v="99"/>
        <pc:sldMkLst>
          <pc:docMk/>
          <pc:sldMk cId="3269339578" sldId="703"/>
        </pc:sldMkLst>
        <pc:spChg chg="mod">
          <ac:chgData name="Clara Maria Ferreira" userId="S::clara.ferreira@ae-ginestalmachado.pt::0636389c-ff33-46cc-b19e-1fe4ab6f5cb6" providerId="AD" clId="Web-{A111FB63-C0D5-27C9-0949-78E1BDDAB359}" dt="2026-09-16T10:34:57.786" v="99"/>
          <ac:spMkLst>
            <pc:docMk/>
            <pc:sldMk cId="3269339578" sldId="703"/>
            <ac:spMk id="2" creationId="{5AED47CA-B3B8-DEEA-A8A0-6EAF764F3E28}"/>
          </ac:spMkLst>
        </pc:spChg>
        <pc:spChg chg="mod ord">
          <ac:chgData name="Clara Maria Ferreira" userId="S::clara.ferreira@ae-ginestalmachado.pt::0636389c-ff33-46cc-b19e-1fe4ab6f5cb6" providerId="AD" clId="Web-{A111FB63-C0D5-27C9-0949-78E1BDDAB359}" dt="2026-09-16T10:34:57.786" v="99"/>
          <ac:spMkLst>
            <pc:docMk/>
            <pc:sldMk cId="3269339578" sldId="703"/>
            <ac:spMk id="110594" creationId="{00000000-0000-0000-0000-000000000000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57.786" v="99"/>
          <ac:spMkLst>
            <pc:docMk/>
            <pc:sldMk cId="3269339578" sldId="703"/>
            <ac:spMk id="394268" creationId="{08980754-6F4B-43C9-B9BE-127B6BED6586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57.786" v="99"/>
          <ac:spMkLst>
            <pc:docMk/>
            <pc:sldMk cId="3269339578" sldId="703"/>
            <ac:spMk id="394269" creationId="{DBC6133C-0615-4CE4-9132-37E609A9BDFA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57.786" v="99"/>
          <ac:spMkLst>
            <pc:docMk/>
            <pc:sldMk cId="3269339578" sldId="703"/>
            <ac:spMk id="394270" creationId="{2C1BBA94-3F40-40AA-8BB9-E69E25E537C1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57.786" v="99"/>
          <ac:spMkLst>
            <pc:docMk/>
            <pc:sldMk cId="3269339578" sldId="703"/>
            <ac:spMk id="394271" creationId="{169CC832-2974-4E8D-90ED-3E2941BA7336}"/>
          </ac:spMkLst>
        </pc:spChg>
        <pc:spChg chg="add">
          <ac:chgData name="Clara Maria Ferreira" userId="S::clara.ferreira@ae-ginestalmachado.pt::0636389c-ff33-46cc-b19e-1fe4ab6f5cb6" providerId="AD" clId="Web-{A111FB63-C0D5-27C9-0949-78E1BDDAB359}" dt="2026-09-16T10:34:57.786" v="99"/>
          <ac:spMkLst>
            <pc:docMk/>
            <pc:sldMk cId="3269339578" sldId="703"/>
            <ac:spMk id="394272" creationId="{55222F96-971A-4F90-B841-6BAB416C7AC1}"/>
          </ac:spMkLst>
        </pc:spChg>
        <pc:picChg chg="mod">
          <ac:chgData name="Clara Maria Ferreira" userId="S::clara.ferreira@ae-ginestalmachado.pt::0636389c-ff33-46cc-b19e-1fe4ab6f5cb6" providerId="AD" clId="Web-{A111FB63-C0D5-27C9-0949-78E1BDDAB359}" dt="2026-09-16T10:34:57.786" v="99"/>
          <ac:picMkLst>
            <pc:docMk/>
            <pc:sldMk cId="3269339578" sldId="703"/>
            <ac:picMk id="394255" creationId="{02E79502-4FA3-611B-FE20-51A606E7B3C7}"/>
          </ac:picMkLst>
        </pc:picChg>
      </pc:sldChg>
      <pc:sldChg chg="addSp delSp modSp add ord replId">
        <pc:chgData name="Clara Maria Ferreira" userId="S::clara.ferreira@ae-ginestalmachado.pt::0636389c-ff33-46cc-b19e-1fe4ab6f5cb6" providerId="AD" clId="Web-{A111FB63-C0D5-27C9-0949-78E1BDDAB359}" dt="2026-09-16T10:31:58.498" v="75"/>
        <pc:sldMkLst>
          <pc:docMk/>
          <pc:sldMk cId="1149898174" sldId="704"/>
        </pc:sldMkLst>
        <pc:spChg chg="add mod">
          <ac:chgData name="Clara Maria Ferreira" userId="S::clara.ferreira@ae-ginestalmachado.pt::0636389c-ff33-46cc-b19e-1fe4ab6f5cb6" providerId="AD" clId="Web-{A111FB63-C0D5-27C9-0949-78E1BDDAB359}" dt="2026-09-16T10:31:58.498" v="75"/>
          <ac:spMkLst>
            <pc:docMk/>
            <pc:sldMk cId="1149898174" sldId="704"/>
            <ac:spMk id="3" creationId="{2B4B26C7-58C9-F828-AF3F-86AB29D4BFD0}"/>
          </ac:spMkLst>
        </pc:spChg>
        <pc:spChg chg="mod">
          <ac:chgData name="Clara Maria Ferreira" userId="S::clara.ferreira@ae-ginestalmachado.pt::0636389c-ff33-46cc-b19e-1fe4ab6f5cb6" providerId="AD" clId="Web-{A111FB63-C0D5-27C9-0949-78E1BDDAB359}" dt="2026-09-16T10:31:49.076" v="72" actId="20577"/>
          <ac:spMkLst>
            <pc:docMk/>
            <pc:sldMk cId="1149898174" sldId="704"/>
            <ac:spMk id="329730" creationId="{A2D80266-6436-5DAD-6C43-F0866D242E0D}"/>
          </ac:spMkLst>
        </pc:spChg>
      </pc:sldChg>
    </pc:docChg>
  </pc:docChgLst>
  <pc:docChgLst>
    <pc:chgData name="Clara Maria Ferreira" userId="S::clara.ferreira@ae-ginestalmachado.pt::0636389c-ff33-46cc-b19e-1fe4ab6f5cb6" providerId="AD" clId="Web-{C8825F44-E8C5-2A36-47AD-8DE8409B8808}"/>
    <pc:docChg chg="modSld">
      <pc:chgData name="Clara Maria Ferreira" userId="S::clara.ferreira@ae-ginestalmachado.pt::0636389c-ff33-46cc-b19e-1fe4ab6f5cb6" providerId="AD" clId="Web-{C8825F44-E8C5-2A36-47AD-8DE8409B8808}" dt="2026-10-12T08:14:00.343" v="15"/>
      <pc:docMkLst>
        <pc:docMk/>
      </pc:docMkLst>
      <pc:sldChg chg="addSp modSp">
        <pc:chgData name="Clara Maria Ferreira" userId="S::clara.ferreira@ae-ginestalmachado.pt::0636389c-ff33-46cc-b19e-1fe4ab6f5cb6" providerId="AD" clId="Web-{C8825F44-E8C5-2A36-47AD-8DE8409B8808}" dt="2026-10-12T08:13:37.951" v="9"/>
        <pc:sldMkLst>
          <pc:docMk/>
          <pc:sldMk cId="4152335489" sldId="695"/>
        </pc:sldMkLst>
        <pc:spChg chg="add mod">
          <ac:chgData name="Clara Maria Ferreira" userId="S::clara.ferreira@ae-ginestalmachado.pt::0636389c-ff33-46cc-b19e-1fe4ab6f5cb6" providerId="AD" clId="Web-{C8825F44-E8C5-2A36-47AD-8DE8409B8808}" dt="2026-10-12T08:13:37.951" v="9"/>
          <ac:spMkLst>
            <pc:docMk/>
            <pc:sldMk cId="4152335489" sldId="695"/>
            <ac:spMk id="4" creationId="{AE090EE4-5314-016A-5DE9-D386ED3FDA87}"/>
          </ac:spMkLst>
        </pc:spChg>
      </pc:sldChg>
      <pc:sldChg chg="addSp">
        <pc:chgData name="Clara Maria Ferreira" userId="S::clara.ferreira@ae-ginestalmachado.pt::0636389c-ff33-46cc-b19e-1fe4ab6f5cb6" providerId="AD" clId="Web-{C8825F44-E8C5-2A36-47AD-8DE8409B8808}" dt="2026-10-12T08:13:46.420" v="10"/>
        <pc:sldMkLst>
          <pc:docMk/>
          <pc:sldMk cId="3466459863" sldId="696"/>
        </pc:sldMkLst>
        <pc:spChg chg="add">
          <ac:chgData name="Clara Maria Ferreira" userId="S::clara.ferreira@ae-ginestalmachado.pt::0636389c-ff33-46cc-b19e-1fe4ab6f5cb6" providerId="AD" clId="Web-{C8825F44-E8C5-2A36-47AD-8DE8409B8808}" dt="2026-10-12T08:13:46.420" v="10"/>
          <ac:spMkLst>
            <pc:docMk/>
            <pc:sldMk cId="3466459863" sldId="696"/>
            <ac:spMk id="5" creationId="{AC26986B-9630-7D97-8749-5267D5E666B8}"/>
          </ac:spMkLst>
        </pc:spChg>
      </pc:sldChg>
      <pc:sldChg chg="addSp">
        <pc:chgData name="Clara Maria Ferreira" userId="S::clara.ferreira@ae-ginestalmachado.pt::0636389c-ff33-46cc-b19e-1fe4ab6f5cb6" providerId="AD" clId="Web-{C8825F44-E8C5-2A36-47AD-8DE8409B8808}" dt="2026-10-12T08:13:49.717" v="11"/>
        <pc:sldMkLst>
          <pc:docMk/>
          <pc:sldMk cId="814239924" sldId="697"/>
        </pc:sldMkLst>
        <pc:spChg chg="add">
          <ac:chgData name="Clara Maria Ferreira" userId="S::clara.ferreira@ae-ginestalmachado.pt::0636389c-ff33-46cc-b19e-1fe4ab6f5cb6" providerId="AD" clId="Web-{C8825F44-E8C5-2A36-47AD-8DE8409B8808}" dt="2026-10-12T08:13:49.717" v="11"/>
          <ac:spMkLst>
            <pc:docMk/>
            <pc:sldMk cId="814239924" sldId="697"/>
            <ac:spMk id="6" creationId="{54DA417E-901C-5566-304B-AE7C46955AAA}"/>
          </ac:spMkLst>
        </pc:spChg>
      </pc:sldChg>
      <pc:sldChg chg="addSp">
        <pc:chgData name="Clara Maria Ferreira" userId="S::clara.ferreira@ae-ginestalmachado.pt::0636389c-ff33-46cc-b19e-1fe4ab6f5cb6" providerId="AD" clId="Web-{C8825F44-E8C5-2A36-47AD-8DE8409B8808}" dt="2026-10-12T08:13:52.155" v="12"/>
        <pc:sldMkLst>
          <pc:docMk/>
          <pc:sldMk cId="2506343186" sldId="700"/>
        </pc:sldMkLst>
        <pc:spChg chg="add">
          <ac:chgData name="Clara Maria Ferreira" userId="S::clara.ferreira@ae-ginestalmachado.pt::0636389c-ff33-46cc-b19e-1fe4ab6f5cb6" providerId="AD" clId="Web-{C8825F44-E8C5-2A36-47AD-8DE8409B8808}" dt="2026-10-12T08:13:52.155" v="12"/>
          <ac:spMkLst>
            <pc:docMk/>
            <pc:sldMk cId="2506343186" sldId="700"/>
            <ac:spMk id="6" creationId="{CF485461-80A2-BDED-71B8-81A51BECB6C0}"/>
          </ac:spMkLst>
        </pc:spChg>
      </pc:sldChg>
      <pc:sldChg chg="addSp">
        <pc:chgData name="Clara Maria Ferreira" userId="S::clara.ferreira@ae-ginestalmachado.pt::0636389c-ff33-46cc-b19e-1fe4ab6f5cb6" providerId="AD" clId="Web-{C8825F44-E8C5-2A36-47AD-8DE8409B8808}" dt="2026-10-12T08:13:54.718" v="13"/>
        <pc:sldMkLst>
          <pc:docMk/>
          <pc:sldMk cId="3148781153" sldId="701"/>
        </pc:sldMkLst>
        <pc:spChg chg="add">
          <ac:chgData name="Clara Maria Ferreira" userId="S::clara.ferreira@ae-ginestalmachado.pt::0636389c-ff33-46cc-b19e-1fe4ab6f5cb6" providerId="AD" clId="Web-{C8825F44-E8C5-2A36-47AD-8DE8409B8808}" dt="2026-10-12T08:13:54.718" v="13"/>
          <ac:spMkLst>
            <pc:docMk/>
            <pc:sldMk cId="3148781153" sldId="701"/>
            <ac:spMk id="4" creationId="{D62EC52A-1542-F4BB-ACB9-BBD294AC88C3}"/>
          </ac:spMkLst>
        </pc:spChg>
      </pc:sldChg>
      <pc:sldChg chg="addSp">
        <pc:chgData name="Clara Maria Ferreira" userId="S::clara.ferreira@ae-ginestalmachado.pt::0636389c-ff33-46cc-b19e-1fe4ab6f5cb6" providerId="AD" clId="Web-{C8825F44-E8C5-2A36-47AD-8DE8409B8808}" dt="2026-10-12T08:13:57.265" v="14"/>
        <pc:sldMkLst>
          <pc:docMk/>
          <pc:sldMk cId="560599527" sldId="702"/>
        </pc:sldMkLst>
        <pc:spChg chg="add">
          <ac:chgData name="Clara Maria Ferreira" userId="S::clara.ferreira@ae-ginestalmachado.pt::0636389c-ff33-46cc-b19e-1fe4ab6f5cb6" providerId="AD" clId="Web-{C8825F44-E8C5-2A36-47AD-8DE8409B8808}" dt="2026-10-12T08:13:57.265" v="14"/>
          <ac:spMkLst>
            <pc:docMk/>
            <pc:sldMk cId="560599527" sldId="702"/>
            <ac:spMk id="4" creationId="{DB2E7C5F-6AD5-0B0A-FE13-2614451D9F81}"/>
          </ac:spMkLst>
        </pc:spChg>
      </pc:sldChg>
      <pc:sldChg chg="addSp">
        <pc:chgData name="Clara Maria Ferreira" userId="S::clara.ferreira@ae-ginestalmachado.pt::0636389c-ff33-46cc-b19e-1fe4ab6f5cb6" providerId="AD" clId="Web-{C8825F44-E8C5-2A36-47AD-8DE8409B8808}" dt="2026-10-12T08:14:00.343" v="15"/>
        <pc:sldMkLst>
          <pc:docMk/>
          <pc:sldMk cId="3269339578" sldId="703"/>
        </pc:sldMkLst>
        <pc:spChg chg="add">
          <ac:chgData name="Clara Maria Ferreira" userId="S::clara.ferreira@ae-ginestalmachado.pt::0636389c-ff33-46cc-b19e-1fe4ab6f5cb6" providerId="AD" clId="Web-{C8825F44-E8C5-2A36-47AD-8DE8409B8808}" dt="2026-10-12T08:14:00.343" v="15"/>
          <ac:spMkLst>
            <pc:docMk/>
            <pc:sldMk cId="3269339578" sldId="703"/>
            <ac:spMk id="4" creationId="{5C7EBBB4-DD36-C2A9-1473-9C30D9898AAA}"/>
          </ac:spMkLst>
        </pc:spChg>
      </pc:sldChg>
    </pc:docChg>
  </pc:docChgLst>
  <pc:docChgLst>
    <pc:chgData name="Clara Maria Ferreira" userId="S::clara.ferreira@ae-ginestalmachado.pt::0636389c-ff33-46cc-b19e-1fe4ab6f5cb6" providerId="AD" clId="Web-{00000000-0000-0000-0000-000000000000}"/>
    <pc:docChg chg="modSld">
      <pc:chgData name="Clara Maria Ferreira" userId="S::clara.ferreira@ae-ginestalmachado.pt::0636389c-ff33-46cc-b19e-1fe4ab6f5cb6" providerId="AD" clId="Web-{00000000-0000-0000-0000-000000000000}" dt="2026-09-16T09:56:52.577" v="35"/>
      <pc:docMkLst>
        <pc:docMk/>
      </pc:docMkLst>
      <pc:sldChg chg="addSp delSp modSp">
        <pc:chgData name="Clara Maria Ferreira" userId="S::clara.ferreira@ae-ginestalmachado.pt::0636389c-ff33-46cc-b19e-1fe4ab6f5cb6" providerId="AD" clId="Web-{00000000-0000-0000-0000-000000000000}" dt="2026-09-16T09:52:20.441" v="10"/>
        <pc:sldMkLst>
          <pc:docMk/>
          <pc:sldMk cId="1418784840" sldId="473"/>
        </pc:sldMkLst>
        <pc:spChg chg="mod">
          <ac:chgData name="Clara Maria Ferreira" userId="S::clara.ferreira@ae-ginestalmachado.pt::0636389c-ff33-46cc-b19e-1fe4ab6f5cb6" providerId="AD" clId="Web-{00000000-0000-0000-0000-000000000000}" dt="2026-09-16T09:52:20.441" v="10"/>
          <ac:spMkLst>
            <pc:docMk/>
            <pc:sldMk cId="1418784840" sldId="473"/>
            <ac:spMk id="2" creationId="{00000000-0000-0000-0000-000000000000}"/>
          </ac:spMkLst>
        </pc:spChg>
        <pc:spChg chg="mod">
          <ac:chgData name="Clara Maria Ferreira" userId="S::clara.ferreira@ae-ginestalmachado.pt::0636389c-ff33-46cc-b19e-1fe4ab6f5cb6" providerId="AD" clId="Web-{00000000-0000-0000-0000-000000000000}" dt="2026-09-16T09:52:20.441" v="10"/>
          <ac:spMkLst>
            <pc:docMk/>
            <pc:sldMk cId="1418784840" sldId="473"/>
            <ac:spMk id="49155" creationId="{00000000-0000-0000-0000-000000000000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2:20.441" v="10"/>
          <ac:spMkLst>
            <pc:docMk/>
            <pc:sldMk cId="1418784840" sldId="473"/>
            <ac:spMk id="49201" creationId="{081EA652-8C6A-4E69-BEB9-170809474553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2:20.441" v="10"/>
          <ac:spMkLst>
            <pc:docMk/>
            <pc:sldMk cId="1418784840" sldId="473"/>
            <ac:spMk id="49203" creationId="{5298780A-33B9-4EA2-8F67-DE68AD62841B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2:20.441" v="10"/>
          <ac:spMkLst>
            <pc:docMk/>
            <pc:sldMk cId="1418784840" sldId="473"/>
            <ac:spMk id="49205" creationId="{7F488E8B-4E1E-4402-8935-D4E6C02615C7}"/>
          </ac:spMkLst>
        </pc:spChg>
        <pc:cxnChg chg="add">
          <ac:chgData name="Clara Maria Ferreira" userId="S::clara.ferreira@ae-ginestalmachado.pt::0636389c-ff33-46cc-b19e-1fe4ab6f5cb6" providerId="AD" clId="Web-{00000000-0000-0000-0000-000000000000}" dt="2026-09-16T09:52:20.441" v="10"/>
          <ac:cxnSpMkLst>
            <pc:docMk/>
            <pc:sldMk cId="1418784840" sldId="473"/>
            <ac:cxnSpMk id="49207" creationId="{23AAC9B5-8015-485C-ACF9-A750390E9A56}"/>
          </ac:cxnSpMkLst>
        </pc:cxnChg>
      </pc:sldChg>
      <pc:sldChg chg="addSp delSp modSp">
        <pc:chgData name="Clara Maria Ferreira" userId="S::clara.ferreira@ae-ginestalmachado.pt::0636389c-ff33-46cc-b19e-1fe4ab6f5cb6" providerId="AD" clId="Web-{00000000-0000-0000-0000-000000000000}" dt="2026-09-16T09:52:27.847" v="11"/>
        <pc:sldMkLst>
          <pc:docMk/>
          <pc:sldMk cId="3276088522" sldId="474"/>
        </pc:sldMkLst>
        <pc:spChg chg="mod">
          <ac:chgData name="Clara Maria Ferreira" userId="S::clara.ferreira@ae-ginestalmachado.pt::0636389c-ff33-46cc-b19e-1fe4ab6f5cb6" providerId="AD" clId="Web-{00000000-0000-0000-0000-000000000000}" dt="2026-09-16T09:52:27.847" v="11"/>
          <ac:spMkLst>
            <pc:docMk/>
            <pc:sldMk cId="3276088522" sldId="474"/>
            <ac:spMk id="321538" creationId="{00000000-0000-0000-0000-000000000000}"/>
          </ac:spMkLst>
        </pc:spChg>
        <pc:spChg chg="mod ord">
          <ac:chgData name="Clara Maria Ferreira" userId="S::clara.ferreira@ae-ginestalmachado.pt::0636389c-ff33-46cc-b19e-1fe4ab6f5cb6" providerId="AD" clId="Web-{00000000-0000-0000-0000-000000000000}" dt="2026-09-16T09:52:27.847" v="11"/>
          <ac:spMkLst>
            <pc:docMk/>
            <pc:sldMk cId="3276088522" sldId="474"/>
            <ac:spMk id="321539" creationId="{00000000-0000-0000-0000-000000000000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2:27.847" v="11"/>
          <ac:spMkLst>
            <pc:docMk/>
            <pc:sldMk cId="3276088522" sldId="474"/>
            <ac:spMk id="321575" creationId="{DBC6133C-0615-4CE4-9132-37E609A9BDFA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2:27.847" v="11"/>
          <ac:spMkLst>
            <pc:docMk/>
            <pc:sldMk cId="3276088522" sldId="474"/>
            <ac:spMk id="321580" creationId="{169CC832-2974-4E8D-90ED-3E2941BA7336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2:27.847" v="11"/>
          <ac:spMkLst>
            <pc:docMk/>
            <pc:sldMk cId="3276088522" sldId="474"/>
            <ac:spMk id="321582" creationId="{55222F96-971A-4F90-B841-6BAB416C7AC1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2:27.847" v="11"/>
          <ac:spMkLst>
            <pc:docMk/>
            <pc:sldMk cId="3276088522" sldId="474"/>
            <ac:spMk id="321584" creationId="{08980754-6F4B-43C9-B9BE-127B6BED6586}"/>
          </ac:spMkLst>
        </pc:spChg>
        <pc:picChg chg="mod modCrop">
          <ac:chgData name="Clara Maria Ferreira" userId="S::clara.ferreira@ae-ginestalmachado.pt::0636389c-ff33-46cc-b19e-1fe4ab6f5cb6" providerId="AD" clId="Web-{00000000-0000-0000-0000-000000000000}" dt="2026-09-16T09:51:42.470" v="8" actId="1076"/>
          <ac:picMkLst>
            <pc:docMk/>
            <pc:sldMk cId="3276088522" sldId="474"/>
            <ac:picMk id="2" creationId="{B60F94F8-C6F4-0FFB-EEBD-CD808DD2060A}"/>
          </ac:picMkLst>
        </pc:picChg>
      </pc:sldChg>
      <pc:sldChg chg="addSp delSp modSp">
        <pc:chgData name="Clara Maria Ferreira" userId="S::clara.ferreira@ae-ginestalmachado.pt::0636389c-ff33-46cc-b19e-1fe4ab6f5cb6" providerId="AD" clId="Web-{00000000-0000-0000-0000-000000000000}" dt="2026-09-16T09:56:16.388" v="30"/>
        <pc:sldMkLst>
          <pc:docMk/>
          <pc:sldMk cId="686406877" sldId="479"/>
        </pc:sldMkLst>
        <pc:spChg chg="mod">
          <ac:chgData name="Clara Maria Ferreira" userId="S::clara.ferreira@ae-ginestalmachado.pt::0636389c-ff33-46cc-b19e-1fe4ab6f5cb6" providerId="AD" clId="Web-{00000000-0000-0000-0000-000000000000}" dt="2026-09-16T09:56:16.388" v="30"/>
          <ac:spMkLst>
            <pc:docMk/>
            <pc:sldMk cId="686406877" sldId="479"/>
            <ac:spMk id="329730" creationId="{00000000-0000-0000-0000-000000000000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6:16.388" v="30"/>
          <ac:spMkLst>
            <pc:docMk/>
            <pc:sldMk cId="686406877" sldId="479"/>
            <ac:spMk id="329763" creationId="{19D32F93-50AC-4C46-A5DB-291C60DDB7BD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6:16.388" v="30"/>
          <ac:spMkLst>
            <pc:docMk/>
            <pc:sldMk cId="686406877" sldId="479"/>
            <ac:spMk id="329765" creationId="{827DC2C4-B485-428A-BF4A-472D2967F47F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6:16.388" v="30"/>
          <ac:spMkLst>
            <pc:docMk/>
            <pc:sldMk cId="686406877" sldId="479"/>
            <ac:spMk id="329767" creationId="{EE04B5EB-F158-4507-90DD-BD23620C7CC9}"/>
          </ac:spMkLst>
        </pc:spChg>
      </pc:sldChg>
      <pc:sldChg chg="addSp delSp modSp mod setClrOvrMap">
        <pc:chgData name="Clara Maria Ferreira" userId="S::clara.ferreira@ae-ginestalmachado.pt::0636389c-ff33-46cc-b19e-1fe4ab6f5cb6" providerId="AD" clId="Web-{00000000-0000-0000-0000-000000000000}" dt="2026-09-16T09:53:49.976" v="19"/>
        <pc:sldMkLst>
          <pc:docMk/>
          <pc:sldMk cId="3126716345" sldId="617"/>
        </pc:sldMkLst>
        <pc:spChg chg="mod">
          <ac:chgData name="Clara Maria Ferreira" userId="S::clara.ferreira@ae-ginestalmachado.pt::0636389c-ff33-46cc-b19e-1fe4ab6f5cb6" providerId="AD" clId="Web-{00000000-0000-0000-0000-000000000000}" dt="2026-09-16T09:53:49.976" v="19"/>
          <ac:spMkLst>
            <pc:docMk/>
            <pc:sldMk cId="3126716345" sldId="617"/>
            <ac:spMk id="2" creationId="{3EA92602-C0FB-AD51-FC59-1E2732AD6D3A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3:49.976" v="19"/>
          <ac:spMkLst>
            <pc:docMk/>
            <pc:sldMk cId="3126716345" sldId="617"/>
            <ac:spMk id="67" creationId="{9D8233B0-41B5-4D9A-AEEC-13DB66A8C9B5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3:49.976" v="19"/>
          <ac:spMkLst>
            <pc:docMk/>
            <pc:sldMk cId="3126716345" sldId="617"/>
            <ac:spMk id="73" creationId="{E659831F-0D9A-4C63-9EBB-8435B85A440F}"/>
          </ac:spMkLst>
        </pc:spChg>
        <pc:grpChg chg="add">
          <ac:chgData name="Clara Maria Ferreira" userId="S::clara.ferreira@ae-ginestalmachado.pt::0636389c-ff33-46cc-b19e-1fe4ab6f5cb6" providerId="AD" clId="Web-{00000000-0000-0000-0000-000000000000}" dt="2026-09-16T09:53:49.976" v="19"/>
          <ac:grpSpMkLst>
            <pc:docMk/>
            <pc:sldMk cId="3126716345" sldId="617"/>
            <ac:grpSpMk id="69" creationId="{28FAF094-D087-493F-8DF9-A486C2D6BBAA}"/>
          </ac:grpSpMkLst>
        </pc:grpChg>
        <pc:graphicFrameChg chg="add mod modGraphic">
          <ac:chgData name="Clara Maria Ferreira" userId="S::clara.ferreira@ae-ginestalmachado.pt::0636389c-ff33-46cc-b19e-1fe4ab6f5cb6" providerId="AD" clId="Web-{00000000-0000-0000-0000-000000000000}" dt="2026-09-16T09:53:49.976" v="19"/>
          <ac:graphicFrameMkLst>
            <pc:docMk/>
            <pc:sldMk cId="3126716345" sldId="617"/>
            <ac:graphicFrameMk id="49" creationId="{B76D192E-2A08-505F-AFC7-7F404B12B16B}"/>
          </ac:graphicFrameMkLst>
        </pc:graphicFrameChg>
      </pc:sldChg>
      <pc:sldChg chg="addSp delSp modSp mod setClrOvrMap">
        <pc:chgData name="Clara Maria Ferreira" userId="S::clara.ferreira@ae-ginestalmachado.pt::0636389c-ff33-46cc-b19e-1fe4ab6f5cb6" providerId="AD" clId="Web-{00000000-0000-0000-0000-000000000000}" dt="2026-09-16T09:53:20.365" v="16"/>
        <pc:sldMkLst>
          <pc:docMk/>
          <pc:sldMk cId="1592279255" sldId="618"/>
        </pc:sldMkLst>
        <pc:spChg chg="mod">
          <ac:chgData name="Clara Maria Ferreira" userId="S::clara.ferreira@ae-ginestalmachado.pt::0636389c-ff33-46cc-b19e-1fe4ab6f5cb6" providerId="AD" clId="Web-{00000000-0000-0000-0000-000000000000}" dt="2026-09-16T09:53:20.365" v="16"/>
          <ac:spMkLst>
            <pc:docMk/>
            <pc:sldMk cId="1592279255" sldId="618"/>
            <ac:spMk id="2" creationId="{810DBBE4-3410-0D2B-CE37-82718B390DBE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3:20.365" v="16"/>
          <ac:spMkLst>
            <pc:docMk/>
            <pc:sldMk cId="1592279255" sldId="618"/>
            <ac:spMk id="33" creationId="{56E9B3E6-E277-4D68-BA48-9CB43FFBD6E2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3:20.365" v="16"/>
          <ac:spMkLst>
            <pc:docMk/>
            <pc:sldMk cId="1592279255" sldId="618"/>
            <ac:spMk id="40" creationId="{D5B0017B-2ECA-49AF-B397-DC140825DF8D}"/>
          </ac:spMkLst>
        </pc:spChg>
        <pc:grpChg chg="add">
          <ac:chgData name="Clara Maria Ferreira" userId="S::clara.ferreira@ae-ginestalmachado.pt::0636389c-ff33-46cc-b19e-1fe4ab6f5cb6" providerId="AD" clId="Web-{00000000-0000-0000-0000-000000000000}" dt="2026-09-16T09:53:20.365" v="16"/>
          <ac:grpSpMkLst>
            <pc:docMk/>
            <pc:sldMk cId="1592279255" sldId="618"/>
            <ac:grpSpMk id="35" creationId="{AE1C45F0-260A-458C-96ED-C1F6D2151219}"/>
          </ac:grpSpMkLst>
        </pc:grpChg>
        <pc:graphicFrameChg chg="add">
          <ac:chgData name="Clara Maria Ferreira" userId="S::clara.ferreira@ae-ginestalmachado.pt::0636389c-ff33-46cc-b19e-1fe4ab6f5cb6" providerId="AD" clId="Web-{00000000-0000-0000-0000-000000000000}" dt="2026-09-16T09:53:20.365" v="16"/>
          <ac:graphicFrameMkLst>
            <pc:docMk/>
            <pc:sldMk cId="1592279255" sldId="618"/>
            <ac:graphicFrameMk id="29" creationId="{C1E74FC3-3848-118F-0BDE-03AD17E9CE3B}"/>
          </ac:graphicFrameMkLst>
        </pc:graphicFrameChg>
        <pc:cxnChg chg="add">
          <ac:chgData name="Clara Maria Ferreira" userId="S::clara.ferreira@ae-ginestalmachado.pt::0636389c-ff33-46cc-b19e-1fe4ab6f5cb6" providerId="AD" clId="Web-{00000000-0000-0000-0000-000000000000}" dt="2026-09-16T09:53:20.365" v="16"/>
          <ac:cxnSpMkLst>
            <pc:docMk/>
            <pc:sldMk cId="1592279255" sldId="618"/>
            <ac:cxnSpMk id="42" creationId="{6CF1BAF6-AD41-4082-B212-8A1F9A2E8779}"/>
          </ac:cxnSpMkLst>
        </pc:cxnChg>
      </pc:sldChg>
      <pc:sldChg chg="addSp delSp modSp mod setClrOvrMap">
        <pc:chgData name="Clara Maria Ferreira" userId="S::clara.ferreira@ae-ginestalmachado.pt::0636389c-ff33-46cc-b19e-1fe4ab6f5cb6" providerId="AD" clId="Web-{00000000-0000-0000-0000-000000000000}" dt="2026-09-16T09:55:26.886" v="22"/>
        <pc:sldMkLst>
          <pc:docMk/>
          <pc:sldMk cId="3575665142" sldId="622"/>
        </pc:sldMkLst>
        <pc:spChg chg="mod">
          <ac:chgData name="Clara Maria Ferreira" userId="S::clara.ferreira@ae-ginestalmachado.pt::0636389c-ff33-46cc-b19e-1fe4ab6f5cb6" providerId="AD" clId="Web-{00000000-0000-0000-0000-000000000000}" dt="2026-09-16T09:54:59.666" v="20"/>
          <ac:spMkLst>
            <pc:docMk/>
            <pc:sldMk cId="3575665142" sldId="622"/>
            <ac:spMk id="2" creationId="{00000000-0000-0000-0000-000000000000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4:59.666" v="20"/>
          <ac:spMkLst>
            <pc:docMk/>
            <pc:sldMk cId="3575665142" sldId="622"/>
            <ac:spMk id="29" creationId="{9D8233B0-41B5-4D9A-AEEC-13DB66A8C9B5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4:59.666" v="20"/>
          <ac:spMkLst>
            <pc:docMk/>
            <pc:sldMk cId="3575665142" sldId="622"/>
            <ac:spMk id="35" creationId="{E659831F-0D9A-4C63-9EBB-8435B85A440F}"/>
          </ac:spMkLst>
        </pc:spChg>
        <pc:grpChg chg="add">
          <ac:chgData name="Clara Maria Ferreira" userId="S::clara.ferreira@ae-ginestalmachado.pt::0636389c-ff33-46cc-b19e-1fe4ab6f5cb6" providerId="AD" clId="Web-{00000000-0000-0000-0000-000000000000}" dt="2026-09-16T09:54:59.666" v="20"/>
          <ac:grpSpMkLst>
            <pc:docMk/>
            <pc:sldMk cId="3575665142" sldId="622"/>
            <ac:grpSpMk id="31" creationId="{28FAF094-D087-493F-8DF9-A486C2D6BBAA}"/>
          </ac:grpSpMkLst>
        </pc:grpChg>
        <pc:graphicFrameChg chg="add modGraphic">
          <ac:chgData name="Clara Maria Ferreira" userId="S::clara.ferreira@ae-ginestalmachado.pt::0636389c-ff33-46cc-b19e-1fe4ab6f5cb6" providerId="AD" clId="Web-{00000000-0000-0000-0000-000000000000}" dt="2026-09-16T09:55:26.886" v="22"/>
          <ac:graphicFrameMkLst>
            <pc:docMk/>
            <pc:sldMk cId="3575665142" sldId="622"/>
            <ac:graphicFrameMk id="25" creationId="{50842BF3-ACBA-0107-F69C-37F176FD8B62}"/>
          </ac:graphicFrameMkLst>
        </pc:graphicFrameChg>
      </pc:sldChg>
      <pc:sldChg chg="addSp delSp modSp mod setClrOvrMap">
        <pc:chgData name="Clara Maria Ferreira" userId="S::clara.ferreira@ae-ginestalmachado.pt::0636389c-ff33-46cc-b19e-1fe4ab6f5cb6" providerId="AD" clId="Web-{00000000-0000-0000-0000-000000000000}" dt="2026-09-16T09:55:43.824" v="23"/>
        <pc:sldMkLst>
          <pc:docMk/>
          <pc:sldMk cId="1341807582" sldId="623"/>
        </pc:sldMkLst>
        <pc:spChg chg="mod">
          <ac:chgData name="Clara Maria Ferreira" userId="S::clara.ferreira@ae-ginestalmachado.pt::0636389c-ff33-46cc-b19e-1fe4ab6f5cb6" providerId="AD" clId="Web-{00000000-0000-0000-0000-000000000000}" dt="2026-09-16T09:55:43.824" v="23"/>
          <ac:spMkLst>
            <pc:docMk/>
            <pc:sldMk cId="1341807582" sldId="623"/>
            <ac:spMk id="2" creationId="{00000000-0000-0000-0000-000000000000}"/>
          </ac:spMkLst>
        </pc:spChg>
        <pc:spChg chg="mod">
          <ac:chgData name="Clara Maria Ferreira" userId="S::clara.ferreira@ae-ginestalmachado.pt::0636389c-ff33-46cc-b19e-1fe4ab6f5cb6" providerId="AD" clId="Web-{00000000-0000-0000-0000-000000000000}" dt="2026-09-16T09:55:43.824" v="23"/>
          <ac:spMkLst>
            <pc:docMk/>
            <pc:sldMk cId="1341807582" sldId="623"/>
            <ac:spMk id="3" creationId="{8092ED42-FC37-8984-A496-3969447FF344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5:43.824" v="23"/>
          <ac:spMkLst>
            <pc:docMk/>
            <pc:sldMk cId="1341807582" sldId="623"/>
            <ac:spMk id="17" creationId="{DBF61EA3-B236-439E-9C0B-340980D56BEE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5:43.824" v="23"/>
          <ac:spMkLst>
            <pc:docMk/>
            <pc:sldMk cId="1341807582" sldId="623"/>
            <ac:spMk id="23" creationId="{E659831F-0D9A-4C63-9EBB-8435B85A440F}"/>
          </ac:spMkLst>
        </pc:spChg>
        <pc:grpChg chg="add">
          <ac:chgData name="Clara Maria Ferreira" userId="S::clara.ferreira@ae-ginestalmachado.pt::0636389c-ff33-46cc-b19e-1fe4ab6f5cb6" providerId="AD" clId="Web-{00000000-0000-0000-0000-000000000000}" dt="2026-09-16T09:55:43.824" v="23"/>
          <ac:grpSpMkLst>
            <pc:docMk/>
            <pc:sldMk cId="1341807582" sldId="623"/>
            <ac:grpSpMk id="19" creationId="{28FAF094-D087-493F-8DF9-A486C2D6BBAA}"/>
          </ac:grpSpMkLst>
        </pc:grpChg>
      </pc:sldChg>
      <pc:sldChg chg="addSp delSp modSp mod setClrOvrMap">
        <pc:chgData name="Clara Maria Ferreira" userId="S::clara.ferreira@ae-ginestalmachado.pt::0636389c-ff33-46cc-b19e-1fe4ab6f5cb6" providerId="AD" clId="Web-{00000000-0000-0000-0000-000000000000}" dt="2026-09-16T09:52:37.348" v="12"/>
        <pc:sldMkLst>
          <pc:docMk/>
          <pc:sldMk cId="2966184790" sldId="679"/>
        </pc:sldMkLst>
        <pc:spChg chg="mod">
          <ac:chgData name="Clara Maria Ferreira" userId="S::clara.ferreira@ae-ginestalmachado.pt::0636389c-ff33-46cc-b19e-1fe4ab6f5cb6" providerId="AD" clId="Web-{00000000-0000-0000-0000-000000000000}" dt="2026-09-16T09:52:37.348" v="12"/>
          <ac:spMkLst>
            <pc:docMk/>
            <pc:sldMk cId="2966184790" sldId="679"/>
            <ac:spMk id="321538" creationId="{00000000-0000-0000-0000-000000000000}"/>
          </ac:spMkLst>
        </pc:spChg>
        <pc:spChg chg="mod">
          <ac:chgData name="Clara Maria Ferreira" userId="S::clara.ferreira@ae-ginestalmachado.pt::0636389c-ff33-46cc-b19e-1fe4ab6f5cb6" providerId="AD" clId="Web-{00000000-0000-0000-0000-000000000000}" dt="2026-09-16T09:52:37.348" v="12"/>
          <ac:spMkLst>
            <pc:docMk/>
            <pc:sldMk cId="2966184790" sldId="679"/>
            <ac:spMk id="321539" creationId="{00000000-0000-0000-0000-000000000000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2:37.348" v="12"/>
          <ac:spMkLst>
            <pc:docMk/>
            <pc:sldMk cId="2966184790" sldId="679"/>
            <ac:spMk id="321557" creationId="{1BB867FF-FC45-48F7-8104-F89BE54909F1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2:37.348" v="12"/>
          <ac:spMkLst>
            <pc:docMk/>
            <pc:sldMk cId="2966184790" sldId="679"/>
            <ac:spMk id="321559" creationId="{8BB56887-D0D5-4F0C-9E19-7247EB83C8B7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2:37.348" v="12"/>
          <ac:spMkLst>
            <pc:docMk/>
            <pc:sldMk cId="2966184790" sldId="679"/>
            <ac:spMk id="321561" creationId="{081E4A58-353D-44AE-B2FC-2A74E2E400F7}"/>
          </ac:spMkLst>
        </pc:spChg>
      </pc:sldChg>
      <pc:sldChg chg="addSp delSp modSp">
        <pc:chgData name="Clara Maria Ferreira" userId="S::clara.ferreira@ae-ginestalmachado.pt::0636389c-ff33-46cc-b19e-1fe4ab6f5cb6" providerId="AD" clId="Web-{00000000-0000-0000-0000-000000000000}" dt="2026-09-16T09:56:37.014" v="33"/>
        <pc:sldMkLst>
          <pc:docMk/>
          <pc:sldMk cId="2607153877" sldId="682"/>
        </pc:sldMkLst>
        <pc:spChg chg="mod ord">
          <ac:chgData name="Clara Maria Ferreira" userId="S::clara.ferreira@ae-ginestalmachado.pt::0636389c-ff33-46cc-b19e-1fe4ab6f5cb6" providerId="AD" clId="Web-{00000000-0000-0000-0000-000000000000}" dt="2026-09-16T09:56:37.014" v="33"/>
          <ac:spMkLst>
            <pc:docMk/>
            <pc:sldMk cId="2607153877" sldId="682"/>
            <ac:spMk id="329730" creationId="{00000000-0000-0000-0000-000000000000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6:37.014" v="33"/>
          <ac:spMkLst>
            <pc:docMk/>
            <pc:sldMk cId="2607153877" sldId="682"/>
            <ac:spMk id="329782" creationId="{19D32F93-50AC-4C46-A5DB-291C60DDB7BD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6:37.014" v="33"/>
          <ac:spMkLst>
            <pc:docMk/>
            <pc:sldMk cId="2607153877" sldId="682"/>
            <ac:spMk id="329783" creationId="{827DC2C4-B485-428A-BF4A-472D2967F47F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6:37.014" v="33"/>
          <ac:spMkLst>
            <pc:docMk/>
            <pc:sldMk cId="2607153877" sldId="682"/>
            <ac:spMk id="329784" creationId="{EE04B5EB-F158-4507-90DD-BD23620C7CC9}"/>
          </ac:spMkLst>
        </pc:spChg>
      </pc:sldChg>
      <pc:sldChg chg="addSp delSp modSp">
        <pc:chgData name="Clara Maria Ferreira" userId="S::clara.ferreira@ae-ginestalmachado.pt::0636389c-ff33-46cc-b19e-1fe4ab6f5cb6" providerId="AD" clId="Web-{00000000-0000-0000-0000-000000000000}" dt="2026-09-16T09:56:52.577" v="35"/>
        <pc:sldMkLst>
          <pc:docMk/>
          <pc:sldMk cId="4022697756" sldId="684"/>
        </pc:sldMkLst>
        <pc:spChg chg="mod">
          <ac:chgData name="Clara Maria Ferreira" userId="S::clara.ferreira@ae-ginestalmachado.pt::0636389c-ff33-46cc-b19e-1fe4ab6f5cb6" providerId="AD" clId="Web-{00000000-0000-0000-0000-000000000000}" dt="2026-09-16T09:56:52.577" v="35"/>
          <ac:spMkLst>
            <pc:docMk/>
            <pc:sldMk cId="4022697756" sldId="684"/>
            <ac:spMk id="329730" creationId="{00000000-0000-0000-0000-000000000000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6:52.577" v="35"/>
          <ac:spMkLst>
            <pc:docMk/>
            <pc:sldMk cId="4022697756" sldId="684"/>
            <ac:spMk id="329789" creationId="{19D32F93-50AC-4C46-A5DB-291C60DDB7BD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6:52.577" v="35"/>
          <ac:spMkLst>
            <pc:docMk/>
            <pc:sldMk cId="4022697756" sldId="684"/>
            <ac:spMk id="329791" creationId="{827DC2C4-B485-428A-BF4A-472D2967F47F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6:52.577" v="35"/>
          <ac:spMkLst>
            <pc:docMk/>
            <pc:sldMk cId="4022697756" sldId="684"/>
            <ac:spMk id="329793" creationId="{EE04B5EB-F158-4507-90DD-BD23620C7CC9}"/>
          </ac:spMkLst>
        </pc:spChg>
      </pc:sldChg>
      <pc:sldChg chg="addSp delSp modSp">
        <pc:chgData name="Clara Maria Ferreira" userId="S::clara.ferreira@ae-ginestalmachado.pt::0636389c-ff33-46cc-b19e-1fe4ab6f5cb6" providerId="AD" clId="Web-{00000000-0000-0000-0000-000000000000}" dt="2026-09-16T09:56:46.343" v="34"/>
        <pc:sldMkLst>
          <pc:docMk/>
          <pc:sldMk cId="1042589238" sldId="685"/>
        </pc:sldMkLst>
        <pc:spChg chg="mod">
          <ac:chgData name="Clara Maria Ferreira" userId="S::clara.ferreira@ae-ginestalmachado.pt::0636389c-ff33-46cc-b19e-1fe4ab6f5cb6" providerId="AD" clId="Web-{00000000-0000-0000-0000-000000000000}" dt="2026-09-16T09:56:46.343" v="34"/>
          <ac:spMkLst>
            <pc:docMk/>
            <pc:sldMk cId="1042589238" sldId="685"/>
            <ac:spMk id="329730" creationId="{00000000-0000-0000-0000-000000000000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6:46.343" v="34"/>
          <ac:spMkLst>
            <pc:docMk/>
            <pc:sldMk cId="1042589238" sldId="685"/>
            <ac:spMk id="329789" creationId="{9B8B49ED-6693-497D-8823-F50F891E8DBC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6:46.343" v="34"/>
          <ac:spMkLst>
            <pc:docMk/>
            <pc:sldMk cId="1042589238" sldId="685"/>
            <ac:spMk id="329791" creationId="{8DCD3BD4-4F32-431E-A9C3-8D2DA60CD7D8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6:46.343" v="34"/>
          <ac:spMkLst>
            <pc:docMk/>
            <pc:sldMk cId="1042589238" sldId="685"/>
            <ac:spMk id="329793" creationId="{336AAC24-A98C-465E-AFEE-69D698E77330}"/>
          </ac:spMkLst>
        </pc:spChg>
      </pc:sldChg>
      <pc:sldChg chg="addSp delSp modSp">
        <pc:chgData name="Clara Maria Ferreira" userId="S::clara.ferreira@ae-ginestalmachado.pt::0636389c-ff33-46cc-b19e-1fe4ab6f5cb6" providerId="AD" clId="Web-{00000000-0000-0000-0000-000000000000}" dt="2026-09-16T09:56:05.341" v="29"/>
        <pc:sldMkLst>
          <pc:docMk/>
          <pc:sldMk cId="3712779447" sldId="692"/>
        </pc:sldMkLst>
        <pc:spChg chg="mod">
          <ac:chgData name="Clara Maria Ferreira" userId="S::clara.ferreira@ae-ginestalmachado.pt::0636389c-ff33-46cc-b19e-1fe4ab6f5cb6" providerId="AD" clId="Web-{00000000-0000-0000-0000-000000000000}" dt="2026-09-16T09:56:05.341" v="29"/>
          <ac:spMkLst>
            <pc:docMk/>
            <pc:sldMk cId="3712779447" sldId="692"/>
            <ac:spMk id="2" creationId="{00000000-0000-0000-0000-000000000000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6:05.341" v="29"/>
          <ac:spMkLst>
            <pc:docMk/>
            <pc:sldMk cId="3712779447" sldId="692"/>
            <ac:spMk id="41" creationId="{9C7E0A2C-7C0A-4AAC-B3B0-6C12B2EBAE05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6:05.341" v="29"/>
          <ac:spMkLst>
            <pc:docMk/>
            <pc:sldMk cId="3712779447" sldId="692"/>
            <ac:spMk id="43" creationId="{5EB7D2A2-F448-44D4-938C-DC84CBCB3B1E}"/>
          </ac:spMkLst>
        </pc:spChg>
        <pc:spChg chg="add">
          <ac:chgData name="Clara Maria Ferreira" userId="S::clara.ferreira@ae-ginestalmachado.pt::0636389c-ff33-46cc-b19e-1fe4ab6f5cb6" providerId="AD" clId="Web-{00000000-0000-0000-0000-000000000000}" dt="2026-09-16T09:56:05.341" v="29"/>
          <ac:spMkLst>
            <pc:docMk/>
            <pc:sldMk cId="3712779447" sldId="692"/>
            <ac:spMk id="45" creationId="{871AEA07-1E14-44B4-8E55-64EF049CD66F}"/>
          </ac:spMkLst>
        </pc:spChg>
        <pc:cxnChg chg="add">
          <ac:chgData name="Clara Maria Ferreira" userId="S::clara.ferreira@ae-ginestalmachado.pt::0636389c-ff33-46cc-b19e-1fe4ab6f5cb6" providerId="AD" clId="Web-{00000000-0000-0000-0000-000000000000}" dt="2026-09-16T09:56:05.341" v="29"/>
          <ac:cxnSpMkLst>
            <pc:docMk/>
            <pc:sldMk cId="3712779447" sldId="692"/>
            <ac:cxnSpMk id="47" creationId="{F7C8EA93-3210-4C62-99E9-153C275E3A87}"/>
          </ac:cxnSpMkLst>
        </pc:cxnChg>
      </pc:sldChg>
    </pc:docChg>
  </pc:docChgLst>
  <pc:docChgLst>
    <pc:chgData name="Clara Maria Ferreira" userId="S::clara.ferreira@ae-ginestalmachado.pt::0636389c-ff33-46cc-b19e-1fe4ab6f5cb6" providerId="AD" clId="Web-{E5011868-2085-3AB6-1E68-88D363F6D3C3}"/>
    <pc:docChg chg="modSld">
      <pc:chgData name="Clara Maria Ferreira" userId="S::clara.ferreira@ae-ginestalmachado.pt::0636389c-ff33-46cc-b19e-1fe4ab6f5cb6" providerId="AD" clId="Web-{E5011868-2085-3AB6-1E68-88D363F6D3C3}" dt="2026-10-15T09:49:38.857" v="3" actId="14100"/>
      <pc:docMkLst>
        <pc:docMk/>
      </pc:docMkLst>
      <pc:sldChg chg="modSp">
        <pc:chgData name="Clara Maria Ferreira" userId="S::clara.ferreira@ae-ginestalmachado.pt::0636389c-ff33-46cc-b19e-1fe4ab6f5cb6" providerId="AD" clId="Web-{E5011868-2085-3AB6-1E68-88D363F6D3C3}" dt="2026-10-15T09:35:30.548" v="1" actId="20577"/>
        <pc:sldMkLst>
          <pc:docMk/>
          <pc:sldMk cId="2506343186" sldId="700"/>
        </pc:sldMkLst>
        <pc:spChg chg="mod">
          <ac:chgData name="Clara Maria Ferreira" userId="S::clara.ferreira@ae-ginestalmachado.pt::0636389c-ff33-46cc-b19e-1fe4ab6f5cb6" providerId="AD" clId="Web-{E5011868-2085-3AB6-1E68-88D363F6D3C3}" dt="2026-10-15T09:35:30.548" v="1" actId="20577"/>
          <ac:spMkLst>
            <pc:docMk/>
            <pc:sldMk cId="2506343186" sldId="700"/>
            <ac:spMk id="3" creationId="{F16580EC-9662-8703-AD9F-4680FB658307}"/>
          </ac:spMkLst>
        </pc:spChg>
      </pc:sldChg>
      <pc:sldChg chg="modSp">
        <pc:chgData name="Clara Maria Ferreira" userId="S::clara.ferreira@ae-ginestalmachado.pt::0636389c-ff33-46cc-b19e-1fe4ab6f5cb6" providerId="AD" clId="Web-{E5011868-2085-3AB6-1E68-88D363F6D3C3}" dt="2026-10-15T09:49:38.857" v="3" actId="14100"/>
        <pc:sldMkLst>
          <pc:docMk/>
          <pc:sldMk cId="3148781153" sldId="701"/>
        </pc:sldMkLst>
        <pc:spChg chg="mod">
          <ac:chgData name="Clara Maria Ferreira" userId="S::clara.ferreira@ae-ginestalmachado.pt::0636389c-ff33-46cc-b19e-1fe4ab6f5cb6" providerId="AD" clId="Web-{E5011868-2085-3AB6-1E68-88D363F6D3C3}" dt="2026-10-15T09:49:38.857" v="3" actId="14100"/>
          <ac:spMkLst>
            <pc:docMk/>
            <pc:sldMk cId="3148781153" sldId="701"/>
            <ac:spMk id="4" creationId="{D62EC52A-1542-F4BB-ACB9-BBD294AC88C3}"/>
          </ac:spMkLst>
        </pc:spChg>
      </pc:sldChg>
    </pc:docChg>
  </pc:docChgLst>
  <pc:docChgLst>
    <pc:chgData name="Clara Maria Ferreira" userId="S::clara.ferreira@ae-ginestalmachado.pt::0636389c-ff33-46cc-b19e-1fe4ab6f5cb6" providerId="AD" clId="Web-{8045478B-7E85-39F3-2ECA-EB29B8A9C67C}"/>
    <pc:docChg chg="modSld">
      <pc:chgData name="Clara Maria Ferreira" userId="S::clara.ferreira@ae-ginestalmachado.pt::0636389c-ff33-46cc-b19e-1fe4ab6f5cb6" providerId="AD" clId="Web-{8045478B-7E85-39F3-2ECA-EB29B8A9C67C}" dt="2026-09-17T08:58:46.118" v="1" actId="20577"/>
      <pc:docMkLst>
        <pc:docMk/>
      </pc:docMkLst>
      <pc:sldChg chg="modSp">
        <pc:chgData name="Clara Maria Ferreira" userId="S::clara.ferreira@ae-ginestalmachado.pt::0636389c-ff33-46cc-b19e-1fe4ab6f5cb6" providerId="AD" clId="Web-{8045478B-7E85-39F3-2ECA-EB29B8A9C67C}" dt="2026-09-17T08:58:46.118" v="1" actId="20577"/>
        <pc:sldMkLst>
          <pc:docMk/>
          <pc:sldMk cId="3575665142" sldId="622"/>
        </pc:sldMkLst>
        <pc:graphicFrameChg chg="modGraphic">
          <ac:chgData name="Clara Maria Ferreira" userId="S::clara.ferreira@ae-ginestalmachado.pt::0636389c-ff33-46cc-b19e-1fe4ab6f5cb6" providerId="AD" clId="Web-{8045478B-7E85-39F3-2ECA-EB29B8A9C67C}" dt="2026-09-17T08:58:46.118" v="1" actId="20577"/>
          <ac:graphicFrameMkLst>
            <pc:docMk/>
            <pc:sldMk cId="3575665142" sldId="622"/>
            <ac:graphicFrameMk id="25" creationId="{50842BF3-ACBA-0107-F69C-37F176FD8B62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C2B7B9-AF55-466A-81FB-500C0077F6F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E54EFFD7-8835-4141-B529-8C71E73C10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Devido à representação gráfica, é mais fácil e agradável visualizar a estrutura geral da resolução do problema</a:t>
          </a:r>
          <a:endParaRPr lang="en-US"/>
        </a:p>
      </dgm:t>
    </dgm:pt>
    <dgm:pt modelId="{16781D0B-B7AA-42F8-8AFF-3576111B67AC}" type="parTrans" cxnId="{A75FB43A-827D-4B3C-8F9D-91070846A905}">
      <dgm:prSet/>
      <dgm:spPr/>
      <dgm:t>
        <a:bodyPr/>
        <a:lstStyle/>
        <a:p>
          <a:endParaRPr lang="en-US"/>
        </a:p>
      </dgm:t>
    </dgm:pt>
    <dgm:pt modelId="{7DE548E5-4E34-40BA-B684-10C9558F4152}" type="sibTrans" cxnId="{A75FB43A-827D-4B3C-8F9D-91070846A905}">
      <dgm:prSet/>
      <dgm:spPr/>
      <dgm:t>
        <a:bodyPr/>
        <a:lstStyle/>
        <a:p>
          <a:endParaRPr lang="en-US"/>
        </a:p>
      </dgm:t>
    </dgm:pt>
    <dgm:pt modelId="{5033613E-AF10-4F7F-B0BB-1AE4392141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Torna-se fácil detetar erros de lógica</a:t>
          </a:r>
          <a:endParaRPr lang="en-US"/>
        </a:p>
      </dgm:t>
    </dgm:pt>
    <dgm:pt modelId="{5670E0D4-CE6D-4BD7-9821-5A31AEC76156}" type="parTrans" cxnId="{88B0FF76-37E3-4B44-A877-E294868B1F32}">
      <dgm:prSet/>
      <dgm:spPr/>
      <dgm:t>
        <a:bodyPr/>
        <a:lstStyle/>
        <a:p>
          <a:endParaRPr lang="en-US"/>
        </a:p>
      </dgm:t>
    </dgm:pt>
    <dgm:pt modelId="{DC69C73D-6E16-4DA1-A884-BBD8E973578B}" type="sibTrans" cxnId="{88B0FF76-37E3-4B44-A877-E294868B1F32}">
      <dgm:prSet/>
      <dgm:spPr/>
      <dgm:t>
        <a:bodyPr/>
        <a:lstStyle/>
        <a:p>
          <a:endParaRPr lang="en-US"/>
        </a:p>
      </dgm:t>
    </dgm:pt>
    <dgm:pt modelId="{0C0622EC-B667-4AF3-A642-2678CE595D34}" type="pres">
      <dgm:prSet presAssocID="{51C2B7B9-AF55-466A-81FB-500C0077F6FE}" presName="root" presStyleCnt="0">
        <dgm:presLayoutVars>
          <dgm:dir/>
          <dgm:resizeHandles val="exact"/>
        </dgm:presLayoutVars>
      </dgm:prSet>
      <dgm:spPr/>
    </dgm:pt>
    <dgm:pt modelId="{4FB537F4-1ED0-44C1-B1AD-5DD1998A7435}" type="pres">
      <dgm:prSet presAssocID="{E54EFFD7-8835-4141-B529-8C71E73C10B8}" presName="compNode" presStyleCnt="0"/>
      <dgm:spPr/>
    </dgm:pt>
    <dgm:pt modelId="{6932B042-0FD3-4C36-A8CB-2C666A57D363}" type="pres">
      <dgm:prSet presAssocID="{E54EFFD7-8835-4141-B529-8C71E73C10B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ção"/>
        </a:ext>
      </dgm:extLst>
    </dgm:pt>
    <dgm:pt modelId="{F4D25334-C56C-455E-BC61-4EC26D30C572}" type="pres">
      <dgm:prSet presAssocID="{E54EFFD7-8835-4141-B529-8C71E73C10B8}" presName="spaceRect" presStyleCnt="0"/>
      <dgm:spPr/>
    </dgm:pt>
    <dgm:pt modelId="{CBBCC994-2563-4006-B916-93145BB9F6CA}" type="pres">
      <dgm:prSet presAssocID="{E54EFFD7-8835-4141-B529-8C71E73C10B8}" presName="textRect" presStyleLbl="revTx" presStyleIdx="0" presStyleCnt="2">
        <dgm:presLayoutVars>
          <dgm:chMax val="1"/>
          <dgm:chPref val="1"/>
        </dgm:presLayoutVars>
      </dgm:prSet>
      <dgm:spPr/>
    </dgm:pt>
    <dgm:pt modelId="{E47AA8D1-1F40-45C9-80BF-8A0D36B53F47}" type="pres">
      <dgm:prSet presAssocID="{7DE548E5-4E34-40BA-B684-10C9558F4152}" presName="sibTrans" presStyleCnt="0"/>
      <dgm:spPr/>
    </dgm:pt>
    <dgm:pt modelId="{22DB37DF-FB3A-41E4-BEEE-18942D01F715}" type="pres">
      <dgm:prSet presAssocID="{5033613E-AF10-4F7F-B0BB-1AE43921410F}" presName="compNode" presStyleCnt="0"/>
      <dgm:spPr/>
    </dgm:pt>
    <dgm:pt modelId="{7FEE1554-5AAB-45A8-8890-E75E993D7F28}" type="pres">
      <dgm:prSet presAssocID="{5033613E-AF10-4F7F-B0BB-1AE43921410F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seto"/>
        </a:ext>
      </dgm:extLst>
    </dgm:pt>
    <dgm:pt modelId="{5EA5E62B-A4D3-4C7F-8128-A0BEB754059D}" type="pres">
      <dgm:prSet presAssocID="{5033613E-AF10-4F7F-B0BB-1AE43921410F}" presName="spaceRect" presStyleCnt="0"/>
      <dgm:spPr/>
    </dgm:pt>
    <dgm:pt modelId="{21DDE6FF-A059-4BF4-B2B7-04CBFB6CE2ED}" type="pres">
      <dgm:prSet presAssocID="{5033613E-AF10-4F7F-B0BB-1AE43921410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BC12909-7604-41C2-B68E-76CF7B11D5B5}" type="presOf" srcId="{E54EFFD7-8835-4141-B529-8C71E73C10B8}" destId="{CBBCC994-2563-4006-B916-93145BB9F6CA}" srcOrd="0" destOrd="0" presId="urn:microsoft.com/office/officeart/2018/2/layout/IconLabelList"/>
    <dgm:cxn modelId="{A75FB43A-827D-4B3C-8F9D-91070846A905}" srcId="{51C2B7B9-AF55-466A-81FB-500C0077F6FE}" destId="{E54EFFD7-8835-4141-B529-8C71E73C10B8}" srcOrd="0" destOrd="0" parTransId="{16781D0B-B7AA-42F8-8AFF-3576111B67AC}" sibTransId="{7DE548E5-4E34-40BA-B684-10C9558F4152}"/>
    <dgm:cxn modelId="{88B0FF76-37E3-4B44-A877-E294868B1F32}" srcId="{51C2B7B9-AF55-466A-81FB-500C0077F6FE}" destId="{5033613E-AF10-4F7F-B0BB-1AE43921410F}" srcOrd="1" destOrd="0" parTransId="{5670E0D4-CE6D-4BD7-9821-5A31AEC76156}" sibTransId="{DC69C73D-6E16-4DA1-A884-BBD8E973578B}"/>
    <dgm:cxn modelId="{9FC569A7-978F-4148-8A2B-0A97A53DD7ED}" type="presOf" srcId="{5033613E-AF10-4F7F-B0BB-1AE43921410F}" destId="{21DDE6FF-A059-4BF4-B2B7-04CBFB6CE2ED}" srcOrd="0" destOrd="0" presId="urn:microsoft.com/office/officeart/2018/2/layout/IconLabelList"/>
    <dgm:cxn modelId="{9A7756DA-BA17-457D-8D41-214AD0BC5E7D}" type="presOf" srcId="{51C2B7B9-AF55-466A-81FB-500C0077F6FE}" destId="{0C0622EC-B667-4AF3-A642-2678CE595D34}" srcOrd="0" destOrd="0" presId="urn:microsoft.com/office/officeart/2018/2/layout/IconLabelList"/>
    <dgm:cxn modelId="{18E69D7F-9706-4674-8C22-F3ADD16D2D03}" type="presParOf" srcId="{0C0622EC-B667-4AF3-A642-2678CE595D34}" destId="{4FB537F4-1ED0-44C1-B1AD-5DD1998A7435}" srcOrd="0" destOrd="0" presId="urn:microsoft.com/office/officeart/2018/2/layout/IconLabelList"/>
    <dgm:cxn modelId="{025B6DE5-7781-4EFA-AC3A-C0069A9BF8E2}" type="presParOf" srcId="{4FB537F4-1ED0-44C1-B1AD-5DD1998A7435}" destId="{6932B042-0FD3-4C36-A8CB-2C666A57D363}" srcOrd="0" destOrd="0" presId="urn:microsoft.com/office/officeart/2018/2/layout/IconLabelList"/>
    <dgm:cxn modelId="{28511D8B-65DD-45EB-A0A2-0CA35D9AA9E5}" type="presParOf" srcId="{4FB537F4-1ED0-44C1-B1AD-5DD1998A7435}" destId="{F4D25334-C56C-455E-BC61-4EC26D30C572}" srcOrd="1" destOrd="0" presId="urn:microsoft.com/office/officeart/2018/2/layout/IconLabelList"/>
    <dgm:cxn modelId="{26ECFEE3-33E4-4B68-AEF8-72F502341918}" type="presParOf" srcId="{4FB537F4-1ED0-44C1-B1AD-5DD1998A7435}" destId="{CBBCC994-2563-4006-B916-93145BB9F6CA}" srcOrd="2" destOrd="0" presId="urn:microsoft.com/office/officeart/2018/2/layout/IconLabelList"/>
    <dgm:cxn modelId="{76026E01-60C7-4AA8-8EFA-1C0666419E7E}" type="presParOf" srcId="{0C0622EC-B667-4AF3-A642-2678CE595D34}" destId="{E47AA8D1-1F40-45C9-80BF-8A0D36B53F47}" srcOrd="1" destOrd="0" presId="urn:microsoft.com/office/officeart/2018/2/layout/IconLabelList"/>
    <dgm:cxn modelId="{6D6BC839-A2C3-4545-BFE5-B0C586D0EDF3}" type="presParOf" srcId="{0C0622EC-B667-4AF3-A642-2678CE595D34}" destId="{22DB37DF-FB3A-41E4-BEEE-18942D01F715}" srcOrd="2" destOrd="0" presId="urn:microsoft.com/office/officeart/2018/2/layout/IconLabelList"/>
    <dgm:cxn modelId="{0ABF911E-DDC6-418E-BB00-7240283AB5F6}" type="presParOf" srcId="{22DB37DF-FB3A-41E4-BEEE-18942D01F715}" destId="{7FEE1554-5AAB-45A8-8890-E75E993D7F28}" srcOrd="0" destOrd="0" presId="urn:microsoft.com/office/officeart/2018/2/layout/IconLabelList"/>
    <dgm:cxn modelId="{49877DFC-129F-4759-9522-7AA0F623A00E}" type="presParOf" srcId="{22DB37DF-FB3A-41E4-BEEE-18942D01F715}" destId="{5EA5E62B-A4D3-4C7F-8128-A0BEB754059D}" srcOrd="1" destOrd="0" presId="urn:microsoft.com/office/officeart/2018/2/layout/IconLabelList"/>
    <dgm:cxn modelId="{9B4A9FCD-F6ED-4AD4-9339-F9A01176F8E3}" type="presParOf" srcId="{22DB37DF-FB3A-41E4-BEEE-18942D01F715}" destId="{21DDE6FF-A059-4BF4-B2B7-04CBFB6CE2E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37A420-87FC-4E6C-A34D-AF2A2B90EF0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8BF1C1D-96A0-41B9-B25A-FC3A1BABD083}">
      <dgm:prSet/>
      <dgm:spPr/>
      <dgm:t>
        <a:bodyPr/>
        <a:lstStyle/>
        <a:p>
          <a:r>
            <a:rPr lang="pt-PT" b="1"/>
            <a:t>É complicado para efetuar alterações;</a:t>
          </a:r>
          <a:endParaRPr lang="en-US"/>
        </a:p>
      </dgm:t>
    </dgm:pt>
    <dgm:pt modelId="{26510C03-7F71-47FB-A196-247161E7E979}" type="parTrans" cxnId="{86FAD254-F0D3-49FC-B798-1C53E6DB2888}">
      <dgm:prSet/>
      <dgm:spPr/>
      <dgm:t>
        <a:bodyPr/>
        <a:lstStyle/>
        <a:p>
          <a:endParaRPr lang="en-US"/>
        </a:p>
      </dgm:t>
    </dgm:pt>
    <dgm:pt modelId="{364C8D56-5BB4-4DE3-A4D5-B880BE35000D}" type="sibTrans" cxnId="{86FAD254-F0D3-49FC-B798-1C53E6DB2888}">
      <dgm:prSet/>
      <dgm:spPr/>
      <dgm:t>
        <a:bodyPr/>
        <a:lstStyle/>
        <a:p>
          <a:endParaRPr lang="en-US"/>
        </a:p>
      </dgm:t>
    </dgm:pt>
    <dgm:pt modelId="{F79A8383-458F-42C3-BCEA-CC8228DBF8F3}">
      <dgm:prSet/>
      <dgm:spPr/>
      <dgm:t>
        <a:bodyPr/>
        <a:lstStyle/>
        <a:p>
          <a:r>
            <a:rPr lang="pt-PT" b="1"/>
            <a:t>Os dados não podem ser definidos</a:t>
          </a:r>
          <a:endParaRPr lang="en-US"/>
        </a:p>
      </dgm:t>
    </dgm:pt>
    <dgm:pt modelId="{2170A76F-B7BA-453B-9647-37E25AF0589B}" type="parTrans" cxnId="{3A0BDDBB-9A45-403E-B3BC-CAA1AB4BFE58}">
      <dgm:prSet/>
      <dgm:spPr/>
      <dgm:t>
        <a:bodyPr/>
        <a:lstStyle/>
        <a:p>
          <a:endParaRPr lang="en-US"/>
        </a:p>
      </dgm:t>
    </dgm:pt>
    <dgm:pt modelId="{23DE5C58-A599-4EB1-A10D-0DE822EA6673}" type="sibTrans" cxnId="{3A0BDDBB-9A45-403E-B3BC-CAA1AB4BFE58}">
      <dgm:prSet/>
      <dgm:spPr/>
      <dgm:t>
        <a:bodyPr/>
        <a:lstStyle/>
        <a:p>
          <a:endParaRPr lang="en-US"/>
        </a:p>
      </dgm:t>
    </dgm:pt>
    <dgm:pt modelId="{A61B843D-ADAE-4804-824A-9777EB04F65E}">
      <dgm:prSet/>
      <dgm:spPr/>
      <dgm:t>
        <a:bodyPr/>
        <a:lstStyle/>
        <a:p>
          <a:r>
            <a:rPr lang="pt-PT" b="1"/>
            <a:t>Se o problema for complexo, o fluxograma fica enorme e impossível de colocar numa só folha</a:t>
          </a:r>
          <a:endParaRPr lang="en-US"/>
        </a:p>
      </dgm:t>
    </dgm:pt>
    <dgm:pt modelId="{D7D026AE-B8A0-4265-86C0-416EC334309A}" type="parTrans" cxnId="{F4C793B7-D10D-49E2-A49C-7217F607E994}">
      <dgm:prSet/>
      <dgm:spPr/>
      <dgm:t>
        <a:bodyPr/>
        <a:lstStyle/>
        <a:p>
          <a:endParaRPr lang="en-US"/>
        </a:p>
      </dgm:t>
    </dgm:pt>
    <dgm:pt modelId="{2096592B-F7B2-4E2A-9B5A-20584482591E}" type="sibTrans" cxnId="{F4C793B7-D10D-49E2-A49C-7217F607E994}">
      <dgm:prSet/>
      <dgm:spPr/>
      <dgm:t>
        <a:bodyPr/>
        <a:lstStyle/>
        <a:p>
          <a:endParaRPr lang="en-US"/>
        </a:p>
      </dgm:t>
    </dgm:pt>
    <dgm:pt modelId="{BEFAF9E7-7DFB-47B2-8687-0EB529B6BAD7}" type="pres">
      <dgm:prSet presAssocID="{7C37A420-87FC-4E6C-A34D-AF2A2B90EF0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4BF6CA6-5312-440F-A193-AABAE907E83D}" type="pres">
      <dgm:prSet presAssocID="{68BF1C1D-96A0-41B9-B25A-FC3A1BABD083}" presName="hierRoot1" presStyleCnt="0"/>
      <dgm:spPr/>
    </dgm:pt>
    <dgm:pt modelId="{D4B77271-3CDC-4C58-A949-D30A3D267ED2}" type="pres">
      <dgm:prSet presAssocID="{68BF1C1D-96A0-41B9-B25A-FC3A1BABD083}" presName="composite" presStyleCnt="0"/>
      <dgm:spPr/>
    </dgm:pt>
    <dgm:pt modelId="{38A754E1-5309-4F8D-8A88-32F3F9A33329}" type="pres">
      <dgm:prSet presAssocID="{68BF1C1D-96A0-41B9-B25A-FC3A1BABD083}" presName="background" presStyleLbl="node0" presStyleIdx="0" presStyleCnt="3"/>
      <dgm:spPr/>
    </dgm:pt>
    <dgm:pt modelId="{1FDC73A4-5B64-4EC6-89CB-FE76699A60C4}" type="pres">
      <dgm:prSet presAssocID="{68BF1C1D-96A0-41B9-B25A-FC3A1BABD083}" presName="text" presStyleLbl="fgAcc0" presStyleIdx="0" presStyleCnt="3">
        <dgm:presLayoutVars>
          <dgm:chPref val="3"/>
        </dgm:presLayoutVars>
      </dgm:prSet>
      <dgm:spPr/>
    </dgm:pt>
    <dgm:pt modelId="{C0364B7F-D37C-4503-A8F2-5DBB21031971}" type="pres">
      <dgm:prSet presAssocID="{68BF1C1D-96A0-41B9-B25A-FC3A1BABD083}" presName="hierChild2" presStyleCnt="0"/>
      <dgm:spPr/>
    </dgm:pt>
    <dgm:pt modelId="{80B9C8A1-A672-4917-B7E6-506A5EB2CA07}" type="pres">
      <dgm:prSet presAssocID="{F79A8383-458F-42C3-BCEA-CC8228DBF8F3}" presName="hierRoot1" presStyleCnt="0"/>
      <dgm:spPr/>
    </dgm:pt>
    <dgm:pt modelId="{34F17FC4-D34F-4FAC-9FF7-CDCF4233CA18}" type="pres">
      <dgm:prSet presAssocID="{F79A8383-458F-42C3-BCEA-CC8228DBF8F3}" presName="composite" presStyleCnt="0"/>
      <dgm:spPr/>
    </dgm:pt>
    <dgm:pt modelId="{D1F58D10-C8FD-4DB2-96E1-52A914FB040F}" type="pres">
      <dgm:prSet presAssocID="{F79A8383-458F-42C3-BCEA-CC8228DBF8F3}" presName="background" presStyleLbl="node0" presStyleIdx="1" presStyleCnt="3"/>
      <dgm:spPr/>
    </dgm:pt>
    <dgm:pt modelId="{4BED6535-B78C-4327-899B-387CD20C83D9}" type="pres">
      <dgm:prSet presAssocID="{F79A8383-458F-42C3-BCEA-CC8228DBF8F3}" presName="text" presStyleLbl="fgAcc0" presStyleIdx="1" presStyleCnt="3">
        <dgm:presLayoutVars>
          <dgm:chPref val="3"/>
        </dgm:presLayoutVars>
      </dgm:prSet>
      <dgm:spPr/>
    </dgm:pt>
    <dgm:pt modelId="{EDE82306-0C08-428A-B011-64195496C53D}" type="pres">
      <dgm:prSet presAssocID="{F79A8383-458F-42C3-BCEA-CC8228DBF8F3}" presName="hierChild2" presStyleCnt="0"/>
      <dgm:spPr/>
    </dgm:pt>
    <dgm:pt modelId="{18388E6C-9E54-4059-ACEF-F196517F2375}" type="pres">
      <dgm:prSet presAssocID="{A61B843D-ADAE-4804-824A-9777EB04F65E}" presName="hierRoot1" presStyleCnt="0"/>
      <dgm:spPr/>
    </dgm:pt>
    <dgm:pt modelId="{2356932A-C794-4945-936E-051442F8DD77}" type="pres">
      <dgm:prSet presAssocID="{A61B843D-ADAE-4804-824A-9777EB04F65E}" presName="composite" presStyleCnt="0"/>
      <dgm:spPr/>
    </dgm:pt>
    <dgm:pt modelId="{F060D7CF-7FB9-4794-8DAA-D6C9B12AA68F}" type="pres">
      <dgm:prSet presAssocID="{A61B843D-ADAE-4804-824A-9777EB04F65E}" presName="background" presStyleLbl="node0" presStyleIdx="2" presStyleCnt="3"/>
      <dgm:spPr/>
    </dgm:pt>
    <dgm:pt modelId="{1BE43DA1-D99A-4EC0-98DB-E3CB16E4A1B6}" type="pres">
      <dgm:prSet presAssocID="{A61B843D-ADAE-4804-824A-9777EB04F65E}" presName="text" presStyleLbl="fgAcc0" presStyleIdx="2" presStyleCnt="3">
        <dgm:presLayoutVars>
          <dgm:chPref val="3"/>
        </dgm:presLayoutVars>
      </dgm:prSet>
      <dgm:spPr/>
    </dgm:pt>
    <dgm:pt modelId="{21819ADD-EFBB-4D46-AE3D-C54E77DDD4E9}" type="pres">
      <dgm:prSet presAssocID="{A61B843D-ADAE-4804-824A-9777EB04F65E}" presName="hierChild2" presStyleCnt="0"/>
      <dgm:spPr/>
    </dgm:pt>
  </dgm:ptLst>
  <dgm:cxnLst>
    <dgm:cxn modelId="{86FAD254-F0D3-49FC-B798-1C53E6DB2888}" srcId="{7C37A420-87FC-4E6C-A34D-AF2A2B90EF08}" destId="{68BF1C1D-96A0-41B9-B25A-FC3A1BABD083}" srcOrd="0" destOrd="0" parTransId="{26510C03-7F71-47FB-A196-247161E7E979}" sibTransId="{364C8D56-5BB4-4DE3-A4D5-B880BE35000D}"/>
    <dgm:cxn modelId="{9374D880-EEFD-468E-AE1A-9AE20D7A076A}" type="presOf" srcId="{68BF1C1D-96A0-41B9-B25A-FC3A1BABD083}" destId="{1FDC73A4-5B64-4EC6-89CB-FE76699A60C4}" srcOrd="0" destOrd="0" presId="urn:microsoft.com/office/officeart/2005/8/layout/hierarchy1"/>
    <dgm:cxn modelId="{050668B6-83AC-4A7C-AE18-7C452E9498FD}" type="presOf" srcId="{7C37A420-87FC-4E6C-A34D-AF2A2B90EF08}" destId="{BEFAF9E7-7DFB-47B2-8687-0EB529B6BAD7}" srcOrd="0" destOrd="0" presId="urn:microsoft.com/office/officeart/2005/8/layout/hierarchy1"/>
    <dgm:cxn modelId="{F4C793B7-D10D-49E2-A49C-7217F607E994}" srcId="{7C37A420-87FC-4E6C-A34D-AF2A2B90EF08}" destId="{A61B843D-ADAE-4804-824A-9777EB04F65E}" srcOrd="2" destOrd="0" parTransId="{D7D026AE-B8A0-4265-86C0-416EC334309A}" sibTransId="{2096592B-F7B2-4E2A-9B5A-20584482591E}"/>
    <dgm:cxn modelId="{C22C8DB8-0476-4A2C-842D-61436F7EDAC1}" type="presOf" srcId="{A61B843D-ADAE-4804-824A-9777EB04F65E}" destId="{1BE43DA1-D99A-4EC0-98DB-E3CB16E4A1B6}" srcOrd="0" destOrd="0" presId="urn:microsoft.com/office/officeart/2005/8/layout/hierarchy1"/>
    <dgm:cxn modelId="{3A0BDDBB-9A45-403E-B3BC-CAA1AB4BFE58}" srcId="{7C37A420-87FC-4E6C-A34D-AF2A2B90EF08}" destId="{F79A8383-458F-42C3-BCEA-CC8228DBF8F3}" srcOrd="1" destOrd="0" parTransId="{2170A76F-B7BA-453B-9647-37E25AF0589B}" sibTransId="{23DE5C58-A599-4EB1-A10D-0DE822EA6673}"/>
    <dgm:cxn modelId="{A41C96F6-2A14-44E9-8FCC-B69E678277D0}" type="presOf" srcId="{F79A8383-458F-42C3-BCEA-CC8228DBF8F3}" destId="{4BED6535-B78C-4327-899B-387CD20C83D9}" srcOrd="0" destOrd="0" presId="urn:microsoft.com/office/officeart/2005/8/layout/hierarchy1"/>
    <dgm:cxn modelId="{20A9F8C5-98D0-4E48-8EB6-1470D91747DA}" type="presParOf" srcId="{BEFAF9E7-7DFB-47B2-8687-0EB529B6BAD7}" destId="{D4BF6CA6-5312-440F-A193-AABAE907E83D}" srcOrd="0" destOrd="0" presId="urn:microsoft.com/office/officeart/2005/8/layout/hierarchy1"/>
    <dgm:cxn modelId="{0AE243AE-A04B-4AD3-80F7-17293B4A738C}" type="presParOf" srcId="{D4BF6CA6-5312-440F-A193-AABAE907E83D}" destId="{D4B77271-3CDC-4C58-A949-D30A3D267ED2}" srcOrd="0" destOrd="0" presId="urn:microsoft.com/office/officeart/2005/8/layout/hierarchy1"/>
    <dgm:cxn modelId="{70A9286F-3225-4F56-B076-505CB4B7FCEB}" type="presParOf" srcId="{D4B77271-3CDC-4C58-A949-D30A3D267ED2}" destId="{38A754E1-5309-4F8D-8A88-32F3F9A33329}" srcOrd="0" destOrd="0" presId="urn:microsoft.com/office/officeart/2005/8/layout/hierarchy1"/>
    <dgm:cxn modelId="{398C8C57-5B28-4AB2-A24D-A13BD3C20032}" type="presParOf" srcId="{D4B77271-3CDC-4C58-A949-D30A3D267ED2}" destId="{1FDC73A4-5B64-4EC6-89CB-FE76699A60C4}" srcOrd="1" destOrd="0" presId="urn:microsoft.com/office/officeart/2005/8/layout/hierarchy1"/>
    <dgm:cxn modelId="{B5BF0E11-74B6-4EA1-899C-5E384D7563A8}" type="presParOf" srcId="{D4BF6CA6-5312-440F-A193-AABAE907E83D}" destId="{C0364B7F-D37C-4503-A8F2-5DBB21031971}" srcOrd="1" destOrd="0" presId="urn:microsoft.com/office/officeart/2005/8/layout/hierarchy1"/>
    <dgm:cxn modelId="{6E07D534-13A2-45EA-9D6B-F90C497D3FF7}" type="presParOf" srcId="{BEFAF9E7-7DFB-47B2-8687-0EB529B6BAD7}" destId="{80B9C8A1-A672-4917-B7E6-506A5EB2CA07}" srcOrd="1" destOrd="0" presId="urn:microsoft.com/office/officeart/2005/8/layout/hierarchy1"/>
    <dgm:cxn modelId="{A5ACDB74-D72A-4CEA-963C-AEF3C8770F50}" type="presParOf" srcId="{80B9C8A1-A672-4917-B7E6-506A5EB2CA07}" destId="{34F17FC4-D34F-4FAC-9FF7-CDCF4233CA18}" srcOrd="0" destOrd="0" presId="urn:microsoft.com/office/officeart/2005/8/layout/hierarchy1"/>
    <dgm:cxn modelId="{6713B206-9CD1-4E2E-9D02-12E509531FEB}" type="presParOf" srcId="{34F17FC4-D34F-4FAC-9FF7-CDCF4233CA18}" destId="{D1F58D10-C8FD-4DB2-96E1-52A914FB040F}" srcOrd="0" destOrd="0" presId="urn:microsoft.com/office/officeart/2005/8/layout/hierarchy1"/>
    <dgm:cxn modelId="{0F9EB934-E0C0-4591-8272-1E1726CF5BCF}" type="presParOf" srcId="{34F17FC4-D34F-4FAC-9FF7-CDCF4233CA18}" destId="{4BED6535-B78C-4327-899B-387CD20C83D9}" srcOrd="1" destOrd="0" presId="urn:microsoft.com/office/officeart/2005/8/layout/hierarchy1"/>
    <dgm:cxn modelId="{D91F3F73-9D02-4FA4-815E-59B9C45D9E91}" type="presParOf" srcId="{80B9C8A1-A672-4917-B7E6-506A5EB2CA07}" destId="{EDE82306-0C08-428A-B011-64195496C53D}" srcOrd="1" destOrd="0" presId="urn:microsoft.com/office/officeart/2005/8/layout/hierarchy1"/>
    <dgm:cxn modelId="{17087DE7-0B95-46E5-A7FE-37B6DDB51FEE}" type="presParOf" srcId="{BEFAF9E7-7DFB-47B2-8687-0EB529B6BAD7}" destId="{18388E6C-9E54-4059-ACEF-F196517F2375}" srcOrd="2" destOrd="0" presId="urn:microsoft.com/office/officeart/2005/8/layout/hierarchy1"/>
    <dgm:cxn modelId="{9DC7426D-22CF-4DE5-8AF8-DDB976D0D84A}" type="presParOf" srcId="{18388E6C-9E54-4059-ACEF-F196517F2375}" destId="{2356932A-C794-4945-936E-051442F8DD77}" srcOrd="0" destOrd="0" presId="urn:microsoft.com/office/officeart/2005/8/layout/hierarchy1"/>
    <dgm:cxn modelId="{5AD4D5A0-2D19-4BFA-A12A-AA1A57D07006}" type="presParOf" srcId="{2356932A-C794-4945-936E-051442F8DD77}" destId="{F060D7CF-7FB9-4794-8DAA-D6C9B12AA68F}" srcOrd="0" destOrd="0" presId="urn:microsoft.com/office/officeart/2005/8/layout/hierarchy1"/>
    <dgm:cxn modelId="{BC0B8871-5CFE-480F-917B-7C5BCDA31E0A}" type="presParOf" srcId="{2356932A-C794-4945-936E-051442F8DD77}" destId="{1BE43DA1-D99A-4EC0-98DB-E3CB16E4A1B6}" srcOrd="1" destOrd="0" presId="urn:microsoft.com/office/officeart/2005/8/layout/hierarchy1"/>
    <dgm:cxn modelId="{15B77BA2-335C-4337-B4AD-990A6364219A}" type="presParOf" srcId="{18388E6C-9E54-4059-ACEF-F196517F2375}" destId="{21819ADD-EFBB-4D46-AE3D-C54E77DDD4E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06B4DF4-20BF-473F-908D-FC90722E34B8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AF6FAE3D-5C76-47BF-BC52-AA8923EFEEB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Pode </a:t>
          </a:r>
          <a:r>
            <a:rPr lang="en-US" dirty="0" err="1"/>
            <a:t>atingir</a:t>
          </a:r>
          <a:r>
            <a:rPr lang="en-US" dirty="0"/>
            <a:t> </a:t>
          </a:r>
          <a:r>
            <a:rPr lang="en-US" dirty="0" err="1"/>
            <a:t>vários</a:t>
          </a:r>
          <a:r>
            <a:rPr lang="en-US" dirty="0"/>
            <a:t> </a:t>
          </a:r>
          <a:r>
            <a:rPr lang="en-US" dirty="0" err="1"/>
            <a:t>níveis</a:t>
          </a:r>
          <a:r>
            <a:rPr lang="en-US" dirty="0"/>
            <a:t> de </a:t>
          </a:r>
          <a:r>
            <a:rPr lang="en-US" dirty="0" err="1"/>
            <a:t>complexidade</a:t>
          </a:r>
          <a:r>
            <a:rPr lang="en-US" dirty="0"/>
            <a:t>, </a:t>
          </a:r>
          <a:r>
            <a:rPr lang="en-US" dirty="0" err="1"/>
            <a:t>conforme</a:t>
          </a:r>
          <a:r>
            <a:rPr lang="en-US" dirty="0"/>
            <a:t> o </a:t>
          </a:r>
          <a:r>
            <a:rPr lang="en-US" dirty="0" err="1"/>
            <a:t>detalhe</a:t>
          </a:r>
          <a:r>
            <a:rPr lang="en-US" dirty="0"/>
            <a:t> do </a:t>
          </a:r>
          <a:r>
            <a:rPr lang="en-US" dirty="0" err="1"/>
            <a:t>que</a:t>
          </a:r>
          <a:r>
            <a:rPr lang="en-US" dirty="0"/>
            <a:t> se </a:t>
          </a:r>
          <a:r>
            <a:rPr lang="en-US" dirty="0" err="1"/>
            <a:t>decidir</a:t>
          </a:r>
          <a:r>
            <a:rPr lang="en-US" dirty="0"/>
            <a:t> </a:t>
          </a:r>
          <a:r>
            <a:rPr lang="en-US" dirty="0" err="1"/>
            <a:t>escrever</a:t>
          </a:r>
          <a:endParaRPr lang="en-US" dirty="0"/>
        </a:p>
      </dgm:t>
    </dgm:pt>
    <dgm:pt modelId="{E62E9C84-324B-443C-AF83-A8B95610386D}" type="parTrans" cxnId="{B61C35EF-297C-4AAF-ABC3-B6245B929E43}">
      <dgm:prSet/>
      <dgm:spPr/>
      <dgm:t>
        <a:bodyPr/>
        <a:lstStyle/>
        <a:p>
          <a:endParaRPr lang="en-US"/>
        </a:p>
      </dgm:t>
    </dgm:pt>
    <dgm:pt modelId="{9EEA5FD8-9172-45B2-B929-C525EF8B38DA}" type="sibTrans" cxnId="{B61C35EF-297C-4AAF-ABC3-B6245B929E43}">
      <dgm:prSet/>
      <dgm:spPr/>
      <dgm:t>
        <a:bodyPr/>
        <a:lstStyle/>
        <a:p>
          <a:endParaRPr lang="en-US"/>
        </a:p>
      </dgm:t>
    </dgm:pt>
    <dgm:pt modelId="{783B0D3D-2117-4A56-AE40-87AD3D9C069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err="1">
              <a:latin typeface="Calibri Light" panose="020F0302020204030204"/>
            </a:rPr>
            <a:t>Não</a:t>
          </a:r>
          <a:r>
            <a:rPr lang="en-US" dirty="0"/>
            <a:t> </a:t>
          </a:r>
          <a:r>
            <a:rPr lang="en-US" dirty="0" err="1"/>
            <a:t>perde</a:t>
          </a:r>
          <a:r>
            <a:rPr lang="en-US" dirty="0"/>
            <a:t> “</a:t>
          </a:r>
          <a:r>
            <a:rPr lang="en-US" dirty="0" err="1"/>
            <a:t>leitura</a:t>
          </a:r>
          <a:r>
            <a:rPr lang="en-US" dirty="0"/>
            <a:t>” </a:t>
          </a:r>
          <a:r>
            <a:rPr lang="en-US" dirty="0" err="1"/>
            <a:t>em</a:t>
          </a:r>
          <a:r>
            <a:rPr lang="en-US" dirty="0"/>
            <a:t> </a:t>
          </a:r>
          <a:r>
            <a:rPr lang="en-US" dirty="0" err="1"/>
            <a:t>casos</a:t>
          </a:r>
          <a:r>
            <a:rPr lang="en-US" dirty="0"/>
            <a:t> de </a:t>
          </a:r>
          <a:r>
            <a:rPr lang="en-US" dirty="0" err="1"/>
            <a:t>problemas</a:t>
          </a:r>
          <a:r>
            <a:rPr lang="en-US" dirty="0"/>
            <a:t> </a:t>
          </a:r>
          <a:r>
            <a:rPr lang="en-US" dirty="0" err="1"/>
            <a:t>mais</a:t>
          </a:r>
          <a:r>
            <a:rPr lang="en-US" dirty="0"/>
            <a:t> </a:t>
          </a:r>
          <a:r>
            <a:rPr lang="en-US" dirty="0" err="1"/>
            <a:t>complexos</a:t>
          </a:r>
          <a:endParaRPr lang="en-US" dirty="0"/>
        </a:p>
      </dgm:t>
    </dgm:pt>
    <dgm:pt modelId="{2A73C00F-A2AF-4A93-BD85-1D21C9A5CC05}" type="parTrans" cxnId="{AA40623E-03B3-4B8C-8D05-A1AF7B8AA3F1}">
      <dgm:prSet/>
      <dgm:spPr/>
      <dgm:t>
        <a:bodyPr/>
        <a:lstStyle/>
        <a:p>
          <a:endParaRPr lang="en-US"/>
        </a:p>
      </dgm:t>
    </dgm:pt>
    <dgm:pt modelId="{C20E79F8-E805-4CD1-99E0-1B94FC185D36}" type="sibTrans" cxnId="{AA40623E-03B3-4B8C-8D05-A1AF7B8AA3F1}">
      <dgm:prSet/>
      <dgm:spPr/>
      <dgm:t>
        <a:bodyPr/>
        <a:lstStyle/>
        <a:p>
          <a:endParaRPr lang="en-US"/>
        </a:p>
      </dgm:t>
    </dgm:pt>
    <dgm:pt modelId="{DF19DD77-468F-451C-B9AB-B1FE0684FAFD}" type="pres">
      <dgm:prSet presAssocID="{E06B4DF4-20BF-473F-908D-FC90722E34B8}" presName="root" presStyleCnt="0">
        <dgm:presLayoutVars>
          <dgm:dir/>
          <dgm:resizeHandles val="exact"/>
        </dgm:presLayoutVars>
      </dgm:prSet>
      <dgm:spPr/>
    </dgm:pt>
    <dgm:pt modelId="{F44C0B19-114F-4A4D-A517-5E839A5744C0}" type="pres">
      <dgm:prSet presAssocID="{AF6FAE3D-5C76-47BF-BC52-AA8923EFEEBB}" presName="compNode" presStyleCnt="0"/>
      <dgm:spPr/>
    </dgm:pt>
    <dgm:pt modelId="{4D2B6EFA-B087-4BD5-8461-746FCFD8E8F2}" type="pres">
      <dgm:prSet presAssocID="{AF6FAE3D-5C76-47BF-BC52-AA8923EFEEBB}" presName="iconBgRect" presStyleLbl="bgShp" presStyleIdx="0" presStyleCnt="2"/>
      <dgm:spPr/>
    </dgm:pt>
    <dgm:pt modelId="{34124E20-C2F0-46E1-948A-D0DA80111395}" type="pres">
      <dgm:prSet presAssocID="{AF6FAE3D-5C76-47BF-BC52-AA8923EFEEBB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ápis"/>
        </a:ext>
      </dgm:extLst>
    </dgm:pt>
    <dgm:pt modelId="{EAD9D91F-AD5D-4970-8EF4-A280031C16CE}" type="pres">
      <dgm:prSet presAssocID="{AF6FAE3D-5C76-47BF-BC52-AA8923EFEEBB}" presName="spaceRect" presStyleCnt="0"/>
      <dgm:spPr/>
    </dgm:pt>
    <dgm:pt modelId="{A93DF7E9-EAE8-4F72-B6FC-34187BAA32D2}" type="pres">
      <dgm:prSet presAssocID="{AF6FAE3D-5C76-47BF-BC52-AA8923EFEEBB}" presName="textRect" presStyleLbl="revTx" presStyleIdx="0" presStyleCnt="2">
        <dgm:presLayoutVars>
          <dgm:chMax val="1"/>
          <dgm:chPref val="1"/>
        </dgm:presLayoutVars>
      </dgm:prSet>
      <dgm:spPr/>
    </dgm:pt>
    <dgm:pt modelId="{32D1F832-8408-4AEA-AE39-EFB6BD54FB83}" type="pres">
      <dgm:prSet presAssocID="{9EEA5FD8-9172-45B2-B929-C525EF8B38DA}" presName="sibTrans" presStyleCnt="0"/>
      <dgm:spPr/>
    </dgm:pt>
    <dgm:pt modelId="{14EABC3F-8CA7-4675-B709-2EE421B5E726}" type="pres">
      <dgm:prSet presAssocID="{783B0D3D-2117-4A56-AE40-87AD3D9C069D}" presName="compNode" presStyleCnt="0"/>
      <dgm:spPr/>
    </dgm:pt>
    <dgm:pt modelId="{EE660C10-7DA1-4206-9DD9-6EA8E6D79EFA}" type="pres">
      <dgm:prSet presAssocID="{783B0D3D-2117-4A56-AE40-87AD3D9C069D}" presName="iconBgRect" presStyleLbl="bgShp" presStyleIdx="1" presStyleCnt="2"/>
      <dgm:spPr/>
    </dgm:pt>
    <dgm:pt modelId="{7973CBC9-09D6-44AE-8650-094CD348D2BC}" type="pres">
      <dgm:prSet presAssocID="{783B0D3D-2117-4A56-AE40-87AD3D9C069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viso"/>
        </a:ext>
      </dgm:extLst>
    </dgm:pt>
    <dgm:pt modelId="{50CBA7BF-3347-45C5-95A3-5007E23F47C8}" type="pres">
      <dgm:prSet presAssocID="{783B0D3D-2117-4A56-AE40-87AD3D9C069D}" presName="spaceRect" presStyleCnt="0"/>
      <dgm:spPr/>
    </dgm:pt>
    <dgm:pt modelId="{4C3DB867-3BB6-4822-9E19-37C314574AF6}" type="pres">
      <dgm:prSet presAssocID="{783B0D3D-2117-4A56-AE40-87AD3D9C069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23A5420-83CE-4833-99E5-8C46B2E84928}" type="presOf" srcId="{783B0D3D-2117-4A56-AE40-87AD3D9C069D}" destId="{4C3DB867-3BB6-4822-9E19-37C314574AF6}" srcOrd="0" destOrd="0" presId="urn:microsoft.com/office/officeart/2018/5/layout/IconCircleLabelList"/>
    <dgm:cxn modelId="{AA40623E-03B3-4B8C-8D05-A1AF7B8AA3F1}" srcId="{E06B4DF4-20BF-473F-908D-FC90722E34B8}" destId="{783B0D3D-2117-4A56-AE40-87AD3D9C069D}" srcOrd="1" destOrd="0" parTransId="{2A73C00F-A2AF-4A93-BD85-1D21C9A5CC05}" sibTransId="{C20E79F8-E805-4CD1-99E0-1B94FC185D36}"/>
    <dgm:cxn modelId="{CAD1AD6D-D3A7-4C6F-8D8F-FA689DBF8EA5}" type="presOf" srcId="{E06B4DF4-20BF-473F-908D-FC90722E34B8}" destId="{DF19DD77-468F-451C-B9AB-B1FE0684FAFD}" srcOrd="0" destOrd="0" presId="urn:microsoft.com/office/officeart/2018/5/layout/IconCircleLabelList"/>
    <dgm:cxn modelId="{E6F7FA8B-6D10-4B53-BB15-06EF95C8CE90}" type="presOf" srcId="{AF6FAE3D-5C76-47BF-BC52-AA8923EFEEBB}" destId="{A93DF7E9-EAE8-4F72-B6FC-34187BAA32D2}" srcOrd="0" destOrd="0" presId="urn:microsoft.com/office/officeart/2018/5/layout/IconCircleLabelList"/>
    <dgm:cxn modelId="{B61C35EF-297C-4AAF-ABC3-B6245B929E43}" srcId="{E06B4DF4-20BF-473F-908D-FC90722E34B8}" destId="{AF6FAE3D-5C76-47BF-BC52-AA8923EFEEBB}" srcOrd="0" destOrd="0" parTransId="{E62E9C84-324B-443C-AF83-A8B95610386D}" sibTransId="{9EEA5FD8-9172-45B2-B929-C525EF8B38DA}"/>
    <dgm:cxn modelId="{90BC8C7B-AE10-43B0-BA8D-7765F5C84AC8}" type="presParOf" srcId="{DF19DD77-468F-451C-B9AB-B1FE0684FAFD}" destId="{F44C0B19-114F-4A4D-A517-5E839A5744C0}" srcOrd="0" destOrd="0" presId="urn:microsoft.com/office/officeart/2018/5/layout/IconCircleLabelList"/>
    <dgm:cxn modelId="{265ED351-6069-4D6C-B1C5-59A3397BF961}" type="presParOf" srcId="{F44C0B19-114F-4A4D-A517-5E839A5744C0}" destId="{4D2B6EFA-B087-4BD5-8461-746FCFD8E8F2}" srcOrd="0" destOrd="0" presId="urn:microsoft.com/office/officeart/2018/5/layout/IconCircleLabelList"/>
    <dgm:cxn modelId="{93875847-3426-426F-8133-BCFAA0B9A214}" type="presParOf" srcId="{F44C0B19-114F-4A4D-A517-5E839A5744C0}" destId="{34124E20-C2F0-46E1-948A-D0DA80111395}" srcOrd="1" destOrd="0" presId="urn:microsoft.com/office/officeart/2018/5/layout/IconCircleLabelList"/>
    <dgm:cxn modelId="{5E9D1B5F-3FBC-4AEB-9F3E-E6C24F7CA5AA}" type="presParOf" srcId="{F44C0B19-114F-4A4D-A517-5E839A5744C0}" destId="{EAD9D91F-AD5D-4970-8EF4-A280031C16CE}" srcOrd="2" destOrd="0" presId="urn:microsoft.com/office/officeart/2018/5/layout/IconCircleLabelList"/>
    <dgm:cxn modelId="{4314D5FA-94E4-4119-B7E7-BAD76890DF35}" type="presParOf" srcId="{F44C0B19-114F-4A4D-A517-5E839A5744C0}" destId="{A93DF7E9-EAE8-4F72-B6FC-34187BAA32D2}" srcOrd="3" destOrd="0" presId="urn:microsoft.com/office/officeart/2018/5/layout/IconCircleLabelList"/>
    <dgm:cxn modelId="{ED559B1A-057F-462F-9F99-E095AA5F329A}" type="presParOf" srcId="{DF19DD77-468F-451C-B9AB-B1FE0684FAFD}" destId="{32D1F832-8408-4AEA-AE39-EFB6BD54FB83}" srcOrd="1" destOrd="0" presId="urn:microsoft.com/office/officeart/2018/5/layout/IconCircleLabelList"/>
    <dgm:cxn modelId="{72850D9A-778F-4B81-9DE2-7D518F17D82A}" type="presParOf" srcId="{DF19DD77-468F-451C-B9AB-B1FE0684FAFD}" destId="{14EABC3F-8CA7-4675-B709-2EE421B5E726}" srcOrd="2" destOrd="0" presId="urn:microsoft.com/office/officeart/2018/5/layout/IconCircleLabelList"/>
    <dgm:cxn modelId="{E63C0B9E-36C5-4514-BD8A-C0373E040A97}" type="presParOf" srcId="{14EABC3F-8CA7-4675-B709-2EE421B5E726}" destId="{EE660C10-7DA1-4206-9DD9-6EA8E6D79EFA}" srcOrd="0" destOrd="0" presId="urn:microsoft.com/office/officeart/2018/5/layout/IconCircleLabelList"/>
    <dgm:cxn modelId="{2374ACBB-5B10-469B-998B-DC8616FB0050}" type="presParOf" srcId="{14EABC3F-8CA7-4675-B709-2EE421B5E726}" destId="{7973CBC9-09D6-44AE-8650-094CD348D2BC}" srcOrd="1" destOrd="0" presId="urn:microsoft.com/office/officeart/2018/5/layout/IconCircleLabelList"/>
    <dgm:cxn modelId="{BAD11E68-4CFC-48BB-873B-D10F09709AAA}" type="presParOf" srcId="{14EABC3F-8CA7-4675-B709-2EE421B5E726}" destId="{50CBA7BF-3347-45C5-95A3-5007E23F47C8}" srcOrd="2" destOrd="0" presId="urn:microsoft.com/office/officeart/2018/5/layout/IconCircleLabelList"/>
    <dgm:cxn modelId="{45617870-8AD6-4B4A-98E8-C9D8249C5691}" type="presParOf" srcId="{14EABC3F-8CA7-4675-B709-2EE421B5E726}" destId="{4C3DB867-3BB6-4822-9E19-37C314574AF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32B042-0FD3-4C36-A8CB-2C666A57D363}">
      <dsp:nvSpPr>
        <dsp:cNvPr id="0" name=""/>
        <dsp:cNvSpPr/>
      </dsp:nvSpPr>
      <dsp:spPr>
        <a:xfrm>
          <a:off x="958630" y="381229"/>
          <a:ext cx="1554187" cy="155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BCC994-2563-4006-B916-93145BB9F6CA}">
      <dsp:nvSpPr>
        <dsp:cNvPr id="0" name=""/>
        <dsp:cNvSpPr/>
      </dsp:nvSpPr>
      <dsp:spPr>
        <a:xfrm>
          <a:off x="8848" y="2336914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Devido à representação gráfica, é mais fácil e agradável visualizar a estrutura geral da resolução do problema</a:t>
          </a:r>
          <a:endParaRPr lang="en-US" sz="1500" kern="1200"/>
        </a:p>
      </dsp:txBody>
      <dsp:txXfrm>
        <a:off x="8848" y="2336914"/>
        <a:ext cx="3453750" cy="720000"/>
      </dsp:txXfrm>
    </dsp:sp>
    <dsp:sp modelId="{7FEE1554-5AAB-45A8-8890-E75E993D7F28}">
      <dsp:nvSpPr>
        <dsp:cNvPr id="0" name=""/>
        <dsp:cNvSpPr/>
      </dsp:nvSpPr>
      <dsp:spPr>
        <a:xfrm>
          <a:off x="5016786" y="381229"/>
          <a:ext cx="1554187" cy="155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DDE6FF-A059-4BF4-B2B7-04CBFB6CE2ED}">
      <dsp:nvSpPr>
        <dsp:cNvPr id="0" name=""/>
        <dsp:cNvSpPr/>
      </dsp:nvSpPr>
      <dsp:spPr>
        <a:xfrm>
          <a:off x="4067005" y="2336914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Torna-se fácil detetar erros de lógica</a:t>
          </a:r>
          <a:endParaRPr lang="en-US" sz="1500" kern="1200"/>
        </a:p>
      </dsp:txBody>
      <dsp:txXfrm>
        <a:off x="4067005" y="2336914"/>
        <a:ext cx="3453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A754E1-5309-4F8D-8A88-32F3F9A33329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DC73A4-5B64-4EC6-89CB-FE76699A60C4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500" b="1" kern="1200"/>
            <a:t>É complicado para efetuar alterações;</a:t>
          </a:r>
          <a:endParaRPr lang="en-US" sz="1500" kern="1200"/>
        </a:p>
      </dsp:txBody>
      <dsp:txXfrm>
        <a:off x="283960" y="1066136"/>
        <a:ext cx="2107770" cy="1308711"/>
      </dsp:txXfrm>
    </dsp:sp>
    <dsp:sp modelId="{D1F58D10-C8FD-4DB2-96E1-52A914FB040F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ED6535-B78C-4327-899B-387CD20C83D9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500" b="1" kern="1200"/>
            <a:t>Os dados não podem ser definidos</a:t>
          </a:r>
          <a:endParaRPr lang="en-US" sz="1500" kern="1200"/>
        </a:p>
      </dsp:txBody>
      <dsp:txXfrm>
        <a:off x="2959652" y="1066136"/>
        <a:ext cx="2107770" cy="1308711"/>
      </dsp:txXfrm>
    </dsp:sp>
    <dsp:sp modelId="{F060D7CF-7FB9-4794-8DAA-D6C9B12AA68F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E43DA1-D99A-4EC0-98DB-E3CB16E4A1B6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500" b="1" kern="1200"/>
            <a:t>Se o problema for complexo, o fluxograma fica enorme e impossível de colocar numa só folha</a:t>
          </a:r>
          <a:endParaRPr lang="en-US" sz="1500" kern="1200"/>
        </a:p>
      </dsp:txBody>
      <dsp:txXfrm>
        <a:off x="5635343" y="1066136"/>
        <a:ext cx="2107770" cy="13087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2B6EFA-B087-4BD5-8461-746FCFD8E8F2}">
      <dsp:nvSpPr>
        <dsp:cNvPr id="0" name=""/>
        <dsp:cNvSpPr/>
      </dsp:nvSpPr>
      <dsp:spPr>
        <a:xfrm>
          <a:off x="752614" y="9071"/>
          <a:ext cx="2058750" cy="2058750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124E20-C2F0-46E1-948A-D0DA80111395}">
      <dsp:nvSpPr>
        <dsp:cNvPr id="0" name=""/>
        <dsp:cNvSpPr/>
      </dsp:nvSpPr>
      <dsp:spPr>
        <a:xfrm>
          <a:off x="1191364" y="447822"/>
          <a:ext cx="1181250" cy="118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DF7E9-EAE8-4F72-B6FC-34187BAA32D2}">
      <dsp:nvSpPr>
        <dsp:cNvPr id="0" name=""/>
        <dsp:cNvSpPr/>
      </dsp:nvSpPr>
      <dsp:spPr>
        <a:xfrm>
          <a:off x="94489" y="2709072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Pode </a:t>
          </a:r>
          <a:r>
            <a:rPr lang="en-US" sz="1500" kern="1200" dirty="0" err="1"/>
            <a:t>atingir</a:t>
          </a:r>
          <a:r>
            <a:rPr lang="en-US" sz="1500" kern="1200" dirty="0"/>
            <a:t> </a:t>
          </a:r>
          <a:r>
            <a:rPr lang="en-US" sz="1500" kern="1200" dirty="0" err="1"/>
            <a:t>vários</a:t>
          </a:r>
          <a:r>
            <a:rPr lang="en-US" sz="1500" kern="1200" dirty="0"/>
            <a:t> </a:t>
          </a:r>
          <a:r>
            <a:rPr lang="en-US" sz="1500" kern="1200" dirty="0" err="1"/>
            <a:t>níveis</a:t>
          </a:r>
          <a:r>
            <a:rPr lang="en-US" sz="1500" kern="1200" dirty="0"/>
            <a:t> de </a:t>
          </a:r>
          <a:r>
            <a:rPr lang="en-US" sz="1500" kern="1200" dirty="0" err="1"/>
            <a:t>complexidade</a:t>
          </a:r>
          <a:r>
            <a:rPr lang="en-US" sz="1500" kern="1200" dirty="0"/>
            <a:t>, </a:t>
          </a:r>
          <a:r>
            <a:rPr lang="en-US" sz="1500" kern="1200" dirty="0" err="1"/>
            <a:t>conforme</a:t>
          </a:r>
          <a:r>
            <a:rPr lang="en-US" sz="1500" kern="1200" dirty="0"/>
            <a:t> o </a:t>
          </a:r>
          <a:r>
            <a:rPr lang="en-US" sz="1500" kern="1200" dirty="0" err="1"/>
            <a:t>detalhe</a:t>
          </a:r>
          <a:r>
            <a:rPr lang="en-US" sz="1500" kern="1200" dirty="0"/>
            <a:t> do </a:t>
          </a:r>
          <a:r>
            <a:rPr lang="en-US" sz="1500" kern="1200" dirty="0" err="1"/>
            <a:t>que</a:t>
          </a:r>
          <a:r>
            <a:rPr lang="en-US" sz="1500" kern="1200" dirty="0"/>
            <a:t> se </a:t>
          </a:r>
          <a:r>
            <a:rPr lang="en-US" sz="1500" kern="1200" dirty="0" err="1"/>
            <a:t>decidir</a:t>
          </a:r>
          <a:r>
            <a:rPr lang="en-US" sz="1500" kern="1200" dirty="0"/>
            <a:t> </a:t>
          </a:r>
          <a:r>
            <a:rPr lang="en-US" sz="1500" kern="1200" dirty="0" err="1"/>
            <a:t>escrever</a:t>
          </a:r>
          <a:endParaRPr lang="en-US" sz="1500" kern="1200" dirty="0"/>
        </a:p>
      </dsp:txBody>
      <dsp:txXfrm>
        <a:off x="94489" y="2709072"/>
        <a:ext cx="3375000" cy="720000"/>
      </dsp:txXfrm>
    </dsp:sp>
    <dsp:sp modelId="{EE660C10-7DA1-4206-9DD9-6EA8E6D79EFA}">
      <dsp:nvSpPr>
        <dsp:cNvPr id="0" name=""/>
        <dsp:cNvSpPr/>
      </dsp:nvSpPr>
      <dsp:spPr>
        <a:xfrm>
          <a:off x="4718239" y="9071"/>
          <a:ext cx="2058750" cy="2058750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73CBC9-09D6-44AE-8650-094CD348D2BC}">
      <dsp:nvSpPr>
        <dsp:cNvPr id="0" name=""/>
        <dsp:cNvSpPr/>
      </dsp:nvSpPr>
      <dsp:spPr>
        <a:xfrm>
          <a:off x="5156989" y="447822"/>
          <a:ext cx="1181250" cy="118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3DB867-3BB6-4822-9E19-37C314574AF6}">
      <dsp:nvSpPr>
        <dsp:cNvPr id="0" name=""/>
        <dsp:cNvSpPr/>
      </dsp:nvSpPr>
      <dsp:spPr>
        <a:xfrm>
          <a:off x="4060114" y="2709072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 err="1">
              <a:latin typeface="Calibri Light" panose="020F0302020204030204"/>
            </a:rPr>
            <a:t>Não</a:t>
          </a:r>
          <a:r>
            <a:rPr lang="en-US" sz="1500" kern="1200" dirty="0"/>
            <a:t> </a:t>
          </a:r>
          <a:r>
            <a:rPr lang="en-US" sz="1500" kern="1200" dirty="0" err="1"/>
            <a:t>perde</a:t>
          </a:r>
          <a:r>
            <a:rPr lang="en-US" sz="1500" kern="1200" dirty="0"/>
            <a:t> “</a:t>
          </a:r>
          <a:r>
            <a:rPr lang="en-US" sz="1500" kern="1200" dirty="0" err="1"/>
            <a:t>leitura</a:t>
          </a:r>
          <a:r>
            <a:rPr lang="en-US" sz="1500" kern="1200" dirty="0"/>
            <a:t>” </a:t>
          </a:r>
          <a:r>
            <a:rPr lang="en-US" sz="1500" kern="1200" dirty="0" err="1"/>
            <a:t>em</a:t>
          </a:r>
          <a:r>
            <a:rPr lang="en-US" sz="1500" kern="1200" dirty="0"/>
            <a:t> </a:t>
          </a:r>
          <a:r>
            <a:rPr lang="en-US" sz="1500" kern="1200" dirty="0" err="1"/>
            <a:t>casos</a:t>
          </a:r>
          <a:r>
            <a:rPr lang="en-US" sz="1500" kern="1200" dirty="0"/>
            <a:t> de </a:t>
          </a:r>
          <a:r>
            <a:rPr lang="en-US" sz="1500" kern="1200" dirty="0" err="1"/>
            <a:t>problemas</a:t>
          </a:r>
          <a:r>
            <a:rPr lang="en-US" sz="1500" kern="1200" dirty="0"/>
            <a:t> </a:t>
          </a:r>
          <a:r>
            <a:rPr lang="en-US" sz="1500" kern="1200" dirty="0" err="1"/>
            <a:t>mais</a:t>
          </a:r>
          <a:r>
            <a:rPr lang="en-US" sz="1500" kern="1200" dirty="0"/>
            <a:t> </a:t>
          </a:r>
          <a:r>
            <a:rPr lang="en-US" sz="1500" kern="1200" dirty="0" err="1"/>
            <a:t>complexos</a:t>
          </a:r>
          <a:endParaRPr lang="en-US" sz="1500" kern="1200" dirty="0"/>
        </a:p>
      </dsp:txBody>
      <dsp:txXfrm>
        <a:off x="4060114" y="2709072"/>
        <a:ext cx="3375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pt-PT"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pt-PT" sz="1200"/>
            </a:lvl1pPr>
          </a:lstStyle>
          <a:p>
            <a:fld id="{D83FDC75-7F73-4A4A-A77C-09AADF00E0EA}" type="datetimeFigureOut">
              <a:rPr lang="pt-PT" smtClean="0"/>
              <a:pPr/>
              <a:t>15/10/2026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pt-PT" sz="1200"/>
            </a:lvl1pPr>
          </a:lstStyle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pt-PT" sz="1200"/>
            </a:lvl1pPr>
          </a:lstStyle>
          <a:p>
            <a:fld id="{459226BF-1F13-42D3-80DC-373E7ADD1EBC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742816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pt-PT"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pt-PT" sz="1200"/>
            </a:lvl1pPr>
          </a:lstStyle>
          <a:p>
            <a:fld id="{48AEF76B-3757-4A0B-AF93-28494465C1DD}" type="datetimeFigureOut">
              <a:pPr/>
              <a:t>15/10/2026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pt-PT"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pt-PT" sz="1200"/>
            </a:lvl1pPr>
          </a:lstStyle>
          <a:p>
            <a:fld id="{75693FD4-8F83-4EF7-AC3F-0DC0388986B0}" type="slidenum"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414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4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45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9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313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035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580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248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02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727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00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603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31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diagrams.net/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0D96ZikMkc?feature=oembed" TargetMode="External"/><Relationship Id="rId4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D55CA618-78A6-47F6-B865-E9315164F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03441" y="-1"/>
            <a:ext cx="5737117" cy="5728133"/>
            <a:chOff x="329184" y="1"/>
            <a:chExt cx="524256" cy="5728133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8ED94938-268E-4C0A-A08A-B3980C78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318045"/>
            <a:ext cx="8249304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C91E90-9E39-E106-3F23-32E50698F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174" y="3941205"/>
            <a:ext cx="7553652" cy="929750"/>
          </a:xfrm>
        </p:spPr>
        <p:txBody>
          <a:bodyPr anchor="b">
            <a:normAutofit/>
          </a:bodyPr>
          <a:lstStyle/>
          <a:p>
            <a:r>
              <a:rPr lang="pt-PT" sz="4500"/>
              <a:t>FLUXOGRAMAS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090590B2-87F1-374E-58A8-5F8B5F8A1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174" y="4984740"/>
            <a:ext cx="7553652" cy="4483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 sz="1700">
                <a:ea typeface="Calibri"/>
                <a:cs typeface="Calibri"/>
              </a:rPr>
              <a:t>Clara Ferreira</a:t>
            </a:r>
            <a:endParaRPr lang="pt-PT" sz="170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643CDD2-268F-3FAC-D662-121F1060DA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-2703"/>
          <a:stretch>
            <a:fillRect/>
          </a:stretch>
        </p:blipFill>
        <p:spPr>
          <a:xfrm>
            <a:off x="2511052" y="5882775"/>
            <a:ext cx="3802193" cy="644319"/>
          </a:xfrm>
          <a:prstGeom prst="rect">
            <a:avLst/>
          </a:prstGeom>
        </p:spPr>
      </p:pic>
      <p:pic>
        <p:nvPicPr>
          <p:cNvPr id="28" name="Picture 27" descr="Uma imagem com captura de ecrã, texto&#10;&#10;Descrição gerada automaticamente">
            <a:extLst>
              <a:ext uri="{FF2B5EF4-FFF2-40B4-BE49-F238E27FC236}">
                <a16:creationId xmlns:a16="http://schemas.microsoft.com/office/drawing/2014/main" id="{F17E94B8-E257-4A70-085A-6EF16DF4E1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0" t="1423" r="-201" b="20996"/>
          <a:stretch>
            <a:fillRect/>
          </a:stretch>
        </p:blipFill>
        <p:spPr>
          <a:xfrm>
            <a:off x="1780262" y="1118830"/>
            <a:ext cx="5592279" cy="244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1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201" name="Rectangle 4920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03" name="Right Triangle 4920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205" name="Rectangle 4920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 vert="horz" lIns="91440" tIns="45720" rIns="91440" bIns="45720" rtlCol="0">
            <a:normAutofit/>
          </a:bodyPr>
          <a:lstStyle/>
          <a:p>
            <a:pPr algn="r">
              <a:defRPr/>
            </a:pPr>
            <a:r>
              <a:rPr lang="en-US" sz="2700" kern="1200">
                <a:latin typeface="+mj-lt"/>
                <a:ea typeface="+mj-ea"/>
                <a:cs typeface="+mj-cs"/>
              </a:rPr>
              <a:t>Representação de algoritmos</a:t>
            </a:r>
          </a:p>
        </p:txBody>
      </p:sp>
      <p:cxnSp>
        <p:nvCxnSpPr>
          <p:cNvPr id="49207" name="Straight Connector 49206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55" name="Marcador de Posição de Conteúdo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pt-PT" sz="2100" b="1"/>
              <a:t>Linguagem Natural;</a:t>
            </a:r>
          </a:p>
          <a:p>
            <a:r>
              <a:rPr lang="en-US" altLang="pt-PT" sz="2100" b="1"/>
              <a:t>Fluxograma;</a:t>
            </a:r>
          </a:p>
          <a:p>
            <a:r>
              <a:rPr lang="en-US" altLang="pt-PT" sz="2100" b="1"/>
              <a:t>Pseudocódigo.</a:t>
            </a:r>
          </a:p>
        </p:txBody>
      </p:sp>
    </p:spTree>
    <p:extLst>
      <p:ext uri="{BB962C8B-B14F-4D97-AF65-F5344CB8AC3E}">
        <p14:creationId xmlns:p14="http://schemas.microsoft.com/office/powerpoint/2010/main" val="1418784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1575" name="Rectangle 321577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anchor="b" anchorCtr="1">
            <a:normAutofit/>
          </a:bodyPr>
          <a:lstStyle/>
          <a:p>
            <a:pPr eaLnBrk="1" hangingPunct="1">
              <a:defRPr/>
            </a:pPr>
            <a:r>
              <a:rPr lang="pt-PT" altLang="pt-PT" sz="3100">
                <a:effectLst>
                  <a:outerShdw blurRad="38100" dist="38100" dir="2700000" algn="tl">
                    <a:srgbClr val="C0C0C0"/>
                  </a:outerShdw>
                </a:effectLst>
              </a:rPr>
              <a:t>PSEUDOCÓDIGO</a:t>
            </a:r>
          </a:p>
        </p:txBody>
      </p:sp>
      <p:sp>
        <p:nvSpPr>
          <p:cNvPr id="321580" name="Rectangle 321579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539" name="Rectangle 3"/>
          <p:cNvSpPr>
            <a:spLocks noGrp="1" noChangeArrowheads="1"/>
          </p:cNvSpPr>
          <p:nvPr>
            <p:ph idx="1"/>
          </p:nvPr>
        </p:nvSpPr>
        <p:spPr>
          <a:xfrm>
            <a:off x="483799" y="2031101"/>
            <a:ext cx="3212238" cy="3511943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pt-PT" altLang="pt-PT" sz="1600"/>
              <a:t>Representa o código de um programa numa linguagem formal, com termos convencionais que representam as ações a executar pelo programa.</a:t>
            </a:r>
          </a:p>
          <a:p>
            <a:pPr eaLnBrk="1" hangingPunct="1">
              <a:buFont typeface="Wingdings" pitchFamily="2" charset="2"/>
              <a:buNone/>
            </a:pPr>
            <a:endParaRPr lang="pt-PT" altLang="pt-PT" sz="1600"/>
          </a:p>
        </p:txBody>
      </p:sp>
      <p:sp>
        <p:nvSpPr>
          <p:cNvPr id="321582" name="Rectangle 321581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584" name="Rectangle 321583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586" name="Rectangle 32158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m 1" descr="Uma imagem com texto, captura de ecrã, Tipo de letra, número&#10;&#10;Descrição gerada automaticamente">
            <a:extLst>
              <a:ext uri="{FF2B5EF4-FFF2-40B4-BE49-F238E27FC236}">
                <a16:creationId xmlns:a16="http://schemas.microsoft.com/office/drawing/2014/main" id="{B60F94F8-C6F4-0FFB-EEBD-CD808DD206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1" t="1080" r="14730" b="1092"/>
          <a:stretch>
            <a:fillRect/>
          </a:stretch>
        </p:blipFill>
        <p:spPr>
          <a:xfrm>
            <a:off x="4490803" y="1817581"/>
            <a:ext cx="4221014" cy="298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08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1557" name="Rectangle 321556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559" name="Freeform: Shape 321558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15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 anchorCtr="1">
            <a:normAutofit/>
          </a:bodyPr>
          <a:lstStyle/>
          <a:p>
            <a:pPr>
              <a:defRPr/>
            </a:pPr>
            <a:r>
              <a:rPr lang="en-US" altLang="pt-PT" kern="1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FLUXOGRAMA</a:t>
            </a:r>
          </a:p>
        </p:txBody>
      </p:sp>
      <p:sp>
        <p:nvSpPr>
          <p:cNvPr id="321561" name="Arc 32156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15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28650" y="1825625"/>
            <a:ext cx="78867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pt-PT"/>
              <a:t>É outra forma de representar os algoritmos, recorrendo a símbolos convencionais, que representam as sequências de ações dos algoritmos.</a:t>
            </a:r>
          </a:p>
        </p:txBody>
      </p:sp>
    </p:spTree>
    <p:extLst>
      <p:ext uri="{BB962C8B-B14F-4D97-AF65-F5344CB8AC3E}">
        <p14:creationId xmlns:p14="http://schemas.microsoft.com/office/powerpoint/2010/main" val="296618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9D8233B0-41B5-4D9A-AEEC-13DB66A8C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92602-C0FB-AD51-FC59-1E2732AD6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Vantagens dos fluxogramas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9" name="Subtítulo 2">
            <a:extLst>
              <a:ext uri="{FF2B5EF4-FFF2-40B4-BE49-F238E27FC236}">
                <a16:creationId xmlns:a16="http://schemas.microsoft.com/office/drawing/2014/main" id="{B76D192E-2A08-505F-AFC7-7F404B12B16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76703828"/>
              </p:ext>
            </p:extLst>
          </p:nvPr>
        </p:nvGraphicFramePr>
        <p:xfrm>
          <a:off x="618948" y="2598710"/>
          <a:ext cx="7529604" cy="3438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6716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0DBBE4-3410-0D2B-CE37-82718B390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pt-PT" sz="3900"/>
              <a:t>DESVANTAGENS DOS FLUXOGRAMAS</a:t>
            </a:r>
            <a:br>
              <a:rPr lang="pt-PT" sz="3900"/>
            </a:br>
            <a:endParaRPr lang="pt-PT" sz="390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600200"/>
            <a:ext cx="7620000" cy="4133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80000"/>
              </a:lnSpc>
              <a:spcBef>
                <a:spcPts val="0"/>
              </a:spcBef>
              <a:spcAft>
                <a:spcPts val="2400"/>
              </a:spcAft>
              <a:buClr>
                <a:srgbClr val="A9A57C"/>
              </a:buClr>
            </a:pPr>
            <a:endParaRPr lang="pt-PT">
              <a:solidFill>
                <a:srgbClr val="2F2B20"/>
              </a:solidFill>
              <a:latin typeface="Calibri"/>
            </a:endParaRPr>
          </a:p>
          <a:p>
            <a:pPr marL="342900" marR="0" lvl="0" indent="-2286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2400"/>
              </a:spcAft>
              <a:buClr>
                <a:srgbClr val="A9A57C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pt-PT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alibri"/>
            </a:endParaRPr>
          </a:p>
        </p:txBody>
      </p:sp>
      <p:graphicFrame>
        <p:nvGraphicFramePr>
          <p:cNvPr id="29" name="Subtítulo 2">
            <a:extLst>
              <a:ext uri="{FF2B5EF4-FFF2-40B4-BE49-F238E27FC236}">
                <a16:creationId xmlns:a16="http://schemas.microsoft.com/office/drawing/2014/main" id="{C1E74FC3-3848-118F-0BDE-03AD17E9CE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1880980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22792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D8233B0-41B5-4D9A-AEEC-13DB66A8C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VANTAGENS DO PSEUDOCÓDIGO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5" name="Marcador de Posição de Conteúdo 2">
            <a:extLst>
              <a:ext uri="{FF2B5EF4-FFF2-40B4-BE49-F238E27FC236}">
                <a16:creationId xmlns:a16="http://schemas.microsoft.com/office/drawing/2014/main" id="{50842BF3-ACBA-0107-F69C-37F176FD8B6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55682389"/>
              </p:ext>
            </p:extLst>
          </p:nvPr>
        </p:nvGraphicFramePr>
        <p:xfrm>
          <a:off x="618948" y="2598710"/>
          <a:ext cx="7529604" cy="3438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5665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DESVANTAGENS DO PSEUDOCÓDIGO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092ED42-FC37-8984-A496-3969447FF3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245" y="2599509"/>
            <a:ext cx="7607751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100"/>
              <a:t>Não possui regras padrão, depende do estilo de escrita de cada um</a:t>
            </a:r>
          </a:p>
          <a:p>
            <a:r>
              <a:rPr lang="en-US" sz="2100"/>
              <a:t>Não possui a facilidade da apresentação esquemática de um desenho</a:t>
            </a:r>
          </a:p>
          <a:p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1341807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1"/>
            <a:ext cx="8249304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3000" y="1248587"/>
            <a:ext cx="6858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Fluxogramas</a:t>
            </a:r>
            <a:b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Formas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29769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779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9763" name="Rectangle 329762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765" name="Right Triangle 329764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9767" name="Rectangle 32976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23900" y="1036674"/>
            <a:ext cx="2766822" cy="3514364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algn="r">
              <a:defRPr/>
            </a:pPr>
            <a:r>
              <a:rPr lang="en-US" altLang="pt-PT" sz="6300" kern="1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INÍCIO OU FIM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EA3BE5F-BB0E-AF3E-528E-097AFC955FDB}"/>
              </a:ext>
            </a:extLst>
          </p:cNvPr>
          <p:cNvSpPr/>
          <p:nvPr/>
        </p:nvSpPr>
        <p:spPr>
          <a:xfrm>
            <a:off x="5513916" y="2846916"/>
            <a:ext cx="1428750" cy="134408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86406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9782" name="Rectangle 329775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783" name="Right Triangle 329777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9784" name="Rectangle 329779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23900" y="1036674"/>
            <a:ext cx="2766822" cy="3514364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algn="r">
              <a:defRPr/>
            </a:pPr>
            <a:r>
              <a:rPr lang="en-US" altLang="pt-PT" sz="4900" kern="1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ENTRADA OU SAÍDA DE DADOS</a:t>
            </a:r>
          </a:p>
        </p:txBody>
      </p:sp>
      <p:sp>
        <p:nvSpPr>
          <p:cNvPr id="4" name="Paralelogramo 3">
            <a:extLst>
              <a:ext uri="{FF2B5EF4-FFF2-40B4-BE49-F238E27FC236}">
                <a16:creationId xmlns:a16="http://schemas.microsoft.com/office/drawing/2014/main" id="{3229CB7F-63BC-F2BA-16F3-F8E12D666A90}"/>
              </a:ext>
            </a:extLst>
          </p:cNvPr>
          <p:cNvSpPr/>
          <p:nvPr/>
        </p:nvSpPr>
        <p:spPr>
          <a:xfrm>
            <a:off x="5132917" y="2698750"/>
            <a:ext cx="2846916" cy="814916"/>
          </a:xfrm>
          <a:prstGeom prst="parallelogram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07153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9789" name="Rectangle 329788">
            <a:extLst>
              <a:ext uri="{FF2B5EF4-FFF2-40B4-BE49-F238E27FC236}">
                <a16:creationId xmlns:a16="http://schemas.microsoft.com/office/drawing/2014/main" id="{9B8B49ED-6693-497D-8823-F50F891E8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9791" name="Rectangle 329790">
            <a:extLst>
              <a:ext uri="{FF2B5EF4-FFF2-40B4-BE49-F238E27FC236}">
                <a16:creationId xmlns:a16="http://schemas.microsoft.com/office/drawing/2014/main" id="{8DCD3BD4-4F32-431E-A9C3-8D2DA60CD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793" name="Freeform: Shape 329792">
            <a:extLst>
              <a:ext uri="{FF2B5EF4-FFF2-40B4-BE49-F238E27FC236}">
                <a16:creationId xmlns:a16="http://schemas.microsoft.com/office/drawing/2014/main" id="{336AAC24-A98C-465E-AFEE-69D698E77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custGeom>
            <a:avLst/>
            <a:gdLst>
              <a:gd name="connsiteX0" fmla="*/ 9149158 w 12192000"/>
              <a:gd name="connsiteY0" fmla="*/ 2038490 h 6858000"/>
              <a:gd name="connsiteX1" fmla="*/ 9164184 w 12192000"/>
              <a:gd name="connsiteY1" fmla="*/ 2044026 h 6858000"/>
              <a:gd name="connsiteX2" fmla="*/ 9172532 w 12192000"/>
              <a:gd name="connsiteY2" fmla="*/ 2045543 h 6858000"/>
              <a:gd name="connsiteX3" fmla="*/ 9171580 w 12192000"/>
              <a:gd name="connsiteY3" fmla="*/ 2056997 h 6858000"/>
              <a:gd name="connsiteX4" fmla="*/ 9161257 w 12192000"/>
              <a:gd name="connsiteY4" fmla="*/ 2098605 h 6858000"/>
              <a:gd name="connsiteX5" fmla="*/ 9138232 w 12192000"/>
              <a:gd name="connsiteY5" fmla="*/ 2059518 h 6858000"/>
              <a:gd name="connsiteX6" fmla="*/ 9149158 w 12192000"/>
              <a:gd name="connsiteY6" fmla="*/ 2038490 h 6858000"/>
              <a:gd name="connsiteX7" fmla="*/ 9177606 w 12192000"/>
              <a:gd name="connsiteY7" fmla="*/ 1977215 h 6858000"/>
              <a:gd name="connsiteX8" fmla="*/ 9181592 w 12192000"/>
              <a:gd name="connsiteY8" fmla="*/ 1987782 h 6858000"/>
              <a:gd name="connsiteX9" fmla="*/ 9181923 w 12192000"/>
              <a:gd name="connsiteY9" fmla="*/ 1998627 h 6858000"/>
              <a:gd name="connsiteX10" fmla="*/ 9182316 w 12192000"/>
              <a:gd name="connsiteY10" fmla="*/ 2031066 h 6858000"/>
              <a:gd name="connsiteX11" fmla="*/ 9182278 w 12192000"/>
              <a:gd name="connsiteY11" fmla="*/ 2047313 h 6858000"/>
              <a:gd name="connsiteX12" fmla="*/ 9172532 w 12192000"/>
              <a:gd name="connsiteY12" fmla="*/ 2045543 h 6858000"/>
              <a:gd name="connsiteX13" fmla="*/ 9173842 w 12192000"/>
              <a:gd name="connsiteY13" fmla="*/ 2029805 h 6858000"/>
              <a:gd name="connsiteX14" fmla="*/ 9177334 w 12192000"/>
              <a:gd name="connsiteY14" fmla="*/ 1979903 h 6858000"/>
              <a:gd name="connsiteX15" fmla="*/ 3696300 w 12192000"/>
              <a:gd name="connsiteY15" fmla="*/ 1578900 h 6858000"/>
              <a:gd name="connsiteX16" fmla="*/ 3738823 w 12192000"/>
              <a:gd name="connsiteY16" fmla="*/ 1596298 h 6858000"/>
              <a:gd name="connsiteX17" fmla="*/ 3714409 w 12192000"/>
              <a:gd name="connsiteY17" fmla="*/ 1593618 h 6858000"/>
              <a:gd name="connsiteX18" fmla="*/ 3693161 w 12192000"/>
              <a:gd name="connsiteY18" fmla="*/ 1582501 h 6858000"/>
              <a:gd name="connsiteX19" fmla="*/ 3696300 w 12192000"/>
              <a:gd name="connsiteY19" fmla="*/ 1578900 h 6858000"/>
              <a:gd name="connsiteX20" fmla="*/ 3918454 w 12192000"/>
              <a:gd name="connsiteY20" fmla="*/ 1175387 h 6858000"/>
              <a:gd name="connsiteX21" fmla="*/ 4173607 w 12192000"/>
              <a:gd name="connsiteY21" fmla="*/ 1280040 h 6858000"/>
              <a:gd name="connsiteX22" fmla="*/ 4170135 w 12192000"/>
              <a:gd name="connsiteY22" fmla="*/ 1283683 h 6858000"/>
              <a:gd name="connsiteX23" fmla="*/ 3918454 w 12192000"/>
              <a:gd name="connsiteY23" fmla="*/ 1175387 h 6858000"/>
              <a:gd name="connsiteX24" fmla="*/ 8109090 w 12192000"/>
              <a:gd name="connsiteY24" fmla="*/ 602108 h 6858000"/>
              <a:gd name="connsiteX25" fmla="*/ 8113034 w 12192000"/>
              <a:gd name="connsiteY25" fmla="*/ 602645 h 6858000"/>
              <a:gd name="connsiteX26" fmla="*/ 8111220 w 12192000"/>
              <a:gd name="connsiteY26" fmla="*/ 603405 h 6858000"/>
              <a:gd name="connsiteX27" fmla="*/ 8489536 w 12192000"/>
              <a:gd name="connsiteY27" fmla="*/ 389280 h 6858000"/>
              <a:gd name="connsiteX28" fmla="*/ 8470194 w 12192000"/>
              <a:gd name="connsiteY28" fmla="*/ 397527 h 6858000"/>
              <a:gd name="connsiteX29" fmla="*/ 8373511 w 12192000"/>
              <a:gd name="connsiteY29" fmla="*/ 465608 h 6858000"/>
              <a:gd name="connsiteX30" fmla="*/ 8231753 w 12192000"/>
              <a:gd name="connsiteY30" fmla="*/ 560890 h 6858000"/>
              <a:gd name="connsiteX31" fmla="*/ 8199967 w 12192000"/>
              <a:gd name="connsiteY31" fmla="*/ 553465 h 6858000"/>
              <a:gd name="connsiteX32" fmla="*/ 8175616 w 12192000"/>
              <a:gd name="connsiteY32" fmla="*/ 546483 h 6858000"/>
              <a:gd name="connsiteX33" fmla="*/ 8128578 w 12192000"/>
              <a:gd name="connsiteY33" fmla="*/ 563992 h 6858000"/>
              <a:gd name="connsiteX34" fmla="*/ 8104845 w 12192000"/>
              <a:gd name="connsiteY34" fmla="*/ 593172 h 6858000"/>
              <a:gd name="connsiteX35" fmla="*/ 8105615 w 12192000"/>
              <a:gd name="connsiteY35" fmla="*/ 599991 h 6858000"/>
              <a:gd name="connsiteX36" fmla="*/ 8109090 w 12192000"/>
              <a:gd name="connsiteY36" fmla="*/ 602108 h 6858000"/>
              <a:gd name="connsiteX37" fmla="*/ 8092049 w 12192000"/>
              <a:gd name="connsiteY37" fmla="*/ 599788 h 6858000"/>
              <a:gd name="connsiteX38" fmla="*/ 8047646 w 12192000"/>
              <a:gd name="connsiteY38" fmla="*/ 588557 h 6858000"/>
              <a:gd name="connsiteX39" fmla="*/ 7793637 w 12192000"/>
              <a:gd name="connsiteY39" fmla="*/ 681868 h 6858000"/>
              <a:gd name="connsiteX40" fmla="*/ 6007741 w 12192000"/>
              <a:gd name="connsiteY40" fmla="*/ 1095470 h 6858000"/>
              <a:gd name="connsiteX41" fmla="*/ 5902533 w 12192000"/>
              <a:gd name="connsiteY41" fmla="*/ 1103650 h 6858000"/>
              <a:gd name="connsiteX42" fmla="*/ 5164222 w 12192000"/>
              <a:gd name="connsiteY42" fmla="*/ 1163546 h 6858000"/>
              <a:gd name="connsiteX43" fmla="*/ 4395075 w 12192000"/>
              <a:gd name="connsiteY43" fmla="*/ 1082763 h 6858000"/>
              <a:gd name="connsiteX44" fmla="*/ 3939440 w 12192000"/>
              <a:gd name="connsiteY44" fmla="*/ 891265 h 6858000"/>
              <a:gd name="connsiteX45" fmla="*/ 3747894 w 12192000"/>
              <a:gd name="connsiteY45" fmla="*/ 801994 h 6858000"/>
              <a:gd name="connsiteX46" fmla="*/ 3569553 w 12192000"/>
              <a:gd name="connsiteY46" fmla="*/ 697970 h 6858000"/>
              <a:gd name="connsiteX47" fmla="*/ 3507813 w 12192000"/>
              <a:gd name="connsiteY47" fmla="*/ 680216 h 6858000"/>
              <a:gd name="connsiteX48" fmla="*/ 3490455 w 12192000"/>
              <a:gd name="connsiteY48" fmla="*/ 682587 h 6858000"/>
              <a:gd name="connsiteX49" fmla="*/ 3477246 w 12192000"/>
              <a:gd name="connsiteY49" fmla="*/ 691971 h 6858000"/>
              <a:gd name="connsiteX50" fmla="*/ 3484273 w 12192000"/>
              <a:gd name="connsiteY50" fmla="*/ 701857 h 6858000"/>
              <a:gd name="connsiteX51" fmla="*/ 3495638 w 12192000"/>
              <a:gd name="connsiteY51" fmla="*/ 705849 h 6858000"/>
              <a:gd name="connsiteX52" fmla="*/ 3548914 w 12192000"/>
              <a:gd name="connsiteY52" fmla="*/ 733487 h 6858000"/>
              <a:gd name="connsiteX53" fmla="*/ 3551504 w 12192000"/>
              <a:gd name="connsiteY53" fmla="*/ 753036 h 6858000"/>
              <a:gd name="connsiteX54" fmla="*/ 3562075 w 12192000"/>
              <a:gd name="connsiteY54" fmla="*/ 765715 h 6858000"/>
              <a:gd name="connsiteX55" fmla="*/ 3605942 w 12192000"/>
              <a:gd name="connsiteY55" fmla="*/ 772481 h 6858000"/>
              <a:gd name="connsiteX56" fmla="*/ 3499309 w 12192000"/>
              <a:gd name="connsiteY56" fmla="*/ 737079 h 6858000"/>
              <a:gd name="connsiteX57" fmla="*/ 3473788 w 12192000"/>
              <a:gd name="connsiteY57" fmla="*/ 711717 h 6858000"/>
              <a:gd name="connsiteX58" fmla="*/ 3437248 w 12192000"/>
              <a:gd name="connsiteY58" fmla="*/ 714263 h 6858000"/>
              <a:gd name="connsiteX59" fmla="*/ 3413254 w 12192000"/>
              <a:gd name="connsiteY59" fmla="*/ 712874 h 6858000"/>
              <a:gd name="connsiteX60" fmla="*/ 3362511 w 12192000"/>
              <a:gd name="connsiteY60" fmla="*/ 677414 h 6858000"/>
              <a:gd name="connsiteX61" fmla="*/ 3344467 w 12192000"/>
              <a:gd name="connsiteY61" fmla="*/ 679599 h 6858000"/>
              <a:gd name="connsiteX62" fmla="*/ 3347971 w 12192000"/>
              <a:gd name="connsiteY62" fmla="*/ 692328 h 6858000"/>
              <a:gd name="connsiteX63" fmla="*/ 3363008 w 12192000"/>
              <a:gd name="connsiteY63" fmla="*/ 711713 h 6858000"/>
              <a:gd name="connsiteX64" fmla="*/ 3362637 w 12192000"/>
              <a:gd name="connsiteY64" fmla="*/ 727058 h 6858000"/>
              <a:gd name="connsiteX65" fmla="*/ 3376167 w 12192000"/>
              <a:gd name="connsiteY65" fmla="*/ 759779 h 6858000"/>
              <a:gd name="connsiteX66" fmla="*/ 3406203 w 12192000"/>
              <a:gd name="connsiteY66" fmla="*/ 808483 h 6858000"/>
              <a:gd name="connsiteX67" fmla="*/ 3420116 w 12192000"/>
              <a:gd name="connsiteY67" fmla="*/ 820757 h 6858000"/>
              <a:gd name="connsiteX68" fmla="*/ 3429194 w 12192000"/>
              <a:gd name="connsiteY68" fmla="*/ 825831 h 6858000"/>
              <a:gd name="connsiteX69" fmla="*/ 3619149 w 12192000"/>
              <a:gd name="connsiteY69" fmla="*/ 1006561 h 6858000"/>
              <a:gd name="connsiteX70" fmla="*/ 3818654 w 12192000"/>
              <a:gd name="connsiteY70" fmla="*/ 1120369 h 6858000"/>
              <a:gd name="connsiteX71" fmla="*/ 3824021 w 12192000"/>
              <a:gd name="connsiteY71" fmla="*/ 1125355 h 6858000"/>
              <a:gd name="connsiteX72" fmla="*/ 3736668 w 12192000"/>
              <a:gd name="connsiteY72" fmla="*/ 1107215 h 6858000"/>
              <a:gd name="connsiteX73" fmla="*/ 3540174 w 12192000"/>
              <a:gd name="connsiteY73" fmla="*/ 1014247 h 6858000"/>
              <a:gd name="connsiteX74" fmla="*/ 3421640 w 12192000"/>
              <a:gd name="connsiteY74" fmla="*/ 955861 h 6858000"/>
              <a:gd name="connsiteX75" fmla="*/ 3404753 w 12192000"/>
              <a:gd name="connsiteY75" fmla="*/ 944484 h 6858000"/>
              <a:gd name="connsiteX76" fmla="*/ 3393138 w 12192000"/>
              <a:gd name="connsiteY76" fmla="*/ 941865 h 6858000"/>
              <a:gd name="connsiteX77" fmla="*/ 3385712 w 12192000"/>
              <a:gd name="connsiteY77" fmla="*/ 952159 h 6858000"/>
              <a:gd name="connsiteX78" fmla="*/ 3398641 w 12192000"/>
              <a:gd name="connsiteY78" fmla="*/ 986025 h 6858000"/>
              <a:gd name="connsiteX79" fmla="*/ 3489975 w 12192000"/>
              <a:gd name="connsiteY79" fmla="*/ 1045560 h 6858000"/>
              <a:gd name="connsiteX80" fmla="*/ 3617273 w 12192000"/>
              <a:gd name="connsiteY80" fmla="*/ 1114697 h 6858000"/>
              <a:gd name="connsiteX81" fmla="*/ 3623898 w 12192000"/>
              <a:gd name="connsiteY81" fmla="*/ 1123556 h 6858000"/>
              <a:gd name="connsiteX82" fmla="*/ 3552438 w 12192000"/>
              <a:gd name="connsiteY82" fmla="*/ 1090606 h 6858000"/>
              <a:gd name="connsiteX83" fmla="*/ 3482417 w 12192000"/>
              <a:gd name="connsiteY83" fmla="*/ 1059092 h 6858000"/>
              <a:gd name="connsiteX84" fmla="*/ 3463468 w 12192000"/>
              <a:gd name="connsiteY84" fmla="*/ 1057629 h 6858000"/>
              <a:gd name="connsiteX85" fmla="*/ 3459472 w 12192000"/>
              <a:gd name="connsiteY85" fmla="*/ 1074217 h 6858000"/>
              <a:gd name="connsiteX86" fmla="*/ 3494211 w 12192000"/>
              <a:gd name="connsiteY86" fmla="*/ 1112153 h 6858000"/>
              <a:gd name="connsiteX87" fmla="*/ 3663137 w 12192000"/>
              <a:gd name="connsiteY87" fmla="*/ 1205775 h 6858000"/>
              <a:gd name="connsiteX88" fmla="*/ 3748466 w 12192000"/>
              <a:gd name="connsiteY88" fmla="*/ 1260936 h 6858000"/>
              <a:gd name="connsiteX89" fmla="*/ 3753142 w 12192000"/>
              <a:gd name="connsiteY89" fmla="*/ 1276208 h 6858000"/>
              <a:gd name="connsiteX90" fmla="*/ 3791960 w 12192000"/>
              <a:gd name="connsiteY90" fmla="*/ 1298886 h 6858000"/>
              <a:gd name="connsiteX91" fmla="*/ 3816039 w 12192000"/>
              <a:gd name="connsiteY91" fmla="*/ 1301606 h 6858000"/>
              <a:gd name="connsiteX92" fmla="*/ 4094439 w 12192000"/>
              <a:gd name="connsiteY92" fmla="*/ 1448806 h 6858000"/>
              <a:gd name="connsiteX93" fmla="*/ 4222870 w 12192000"/>
              <a:gd name="connsiteY93" fmla="*/ 1493379 h 6858000"/>
              <a:gd name="connsiteX94" fmla="*/ 4223141 w 12192000"/>
              <a:gd name="connsiteY94" fmla="*/ 1497641 h 6858000"/>
              <a:gd name="connsiteX95" fmla="*/ 4222428 w 12192000"/>
              <a:gd name="connsiteY95" fmla="*/ 1502292 h 6858000"/>
              <a:gd name="connsiteX96" fmla="*/ 4039973 w 12192000"/>
              <a:gd name="connsiteY96" fmla="*/ 1434198 h 6858000"/>
              <a:gd name="connsiteX97" fmla="*/ 3564773 w 12192000"/>
              <a:gd name="connsiteY97" fmla="*/ 1226279 h 6858000"/>
              <a:gd name="connsiteX98" fmla="*/ 3420650 w 12192000"/>
              <a:gd name="connsiteY98" fmla="*/ 1141464 h 6858000"/>
              <a:gd name="connsiteX99" fmla="*/ 3320669 w 12192000"/>
              <a:gd name="connsiteY99" fmla="*/ 1088883 h 6858000"/>
              <a:gd name="connsiteX100" fmla="*/ 3270102 w 12192000"/>
              <a:gd name="connsiteY100" fmla="*/ 1082659 h 6858000"/>
              <a:gd name="connsiteX101" fmla="*/ 3251648 w 12192000"/>
              <a:gd name="connsiteY101" fmla="*/ 1094290 h 6858000"/>
              <a:gd name="connsiteX102" fmla="*/ 3263506 w 12192000"/>
              <a:gd name="connsiteY102" fmla="*/ 1106005 h 6858000"/>
              <a:gd name="connsiteX103" fmla="*/ 3268636 w 12192000"/>
              <a:gd name="connsiteY103" fmla="*/ 1107265 h 6858000"/>
              <a:gd name="connsiteX104" fmla="*/ 3325089 w 12192000"/>
              <a:gd name="connsiteY104" fmla="*/ 1137201 h 6858000"/>
              <a:gd name="connsiteX105" fmla="*/ 3326003 w 12192000"/>
              <a:gd name="connsiteY105" fmla="*/ 1151585 h 6858000"/>
              <a:gd name="connsiteX106" fmla="*/ 3336410 w 12192000"/>
              <a:gd name="connsiteY106" fmla="*/ 1166967 h 6858000"/>
              <a:gd name="connsiteX107" fmla="*/ 3375112 w 12192000"/>
              <a:gd name="connsiteY107" fmla="*/ 1171943 h 6858000"/>
              <a:gd name="connsiteX108" fmla="*/ 3326222 w 12192000"/>
              <a:gd name="connsiteY108" fmla="*/ 1170885 h 6858000"/>
              <a:gd name="connsiteX109" fmla="*/ 3254679 w 12192000"/>
              <a:gd name="connsiteY109" fmla="*/ 1120765 h 6858000"/>
              <a:gd name="connsiteX110" fmla="*/ 3242188 w 12192000"/>
              <a:gd name="connsiteY110" fmla="*/ 1109662 h 6858000"/>
              <a:gd name="connsiteX111" fmla="*/ 3211499 w 12192000"/>
              <a:gd name="connsiteY111" fmla="*/ 1114184 h 6858000"/>
              <a:gd name="connsiteX112" fmla="*/ 3185849 w 12192000"/>
              <a:gd name="connsiteY112" fmla="*/ 1113265 h 6858000"/>
              <a:gd name="connsiteX113" fmla="*/ 3135843 w 12192000"/>
              <a:gd name="connsiteY113" fmla="*/ 1078789 h 6858000"/>
              <a:gd name="connsiteX114" fmla="*/ 3119118 w 12192000"/>
              <a:gd name="connsiteY114" fmla="*/ 1080546 h 6858000"/>
              <a:gd name="connsiteX115" fmla="*/ 3120198 w 12192000"/>
              <a:gd name="connsiteY115" fmla="*/ 1092226 h 6858000"/>
              <a:gd name="connsiteX116" fmla="*/ 3131691 w 12192000"/>
              <a:gd name="connsiteY116" fmla="*/ 1108819 h 6858000"/>
              <a:gd name="connsiteX117" fmla="*/ 3129914 w 12192000"/>
              <a:gd name="connsiteY117" fmla="*/ 1139097 h 6858000"/>
              <a:gd name="connsiteX118" fmla="*/ 3133955 w 12192000"/>
              <a:gd name="connsiteY118" fmla="*/ 1154983 h 6858000"/>
              <a:gd name="connsiteX119" fmla="*/ 3178170 w 12192000"/>
              <a:gd name="connsiteY119" fmla="*/ 1214855 h 6858000"/>
              <a:gd name="connsiteX120" fmla="*/ 3185378 w 12192000"/>
              <a:gd name="connsiteY120" fmla="*/ 1222303 h 6858000"/>
              <a:gd name="connsiteX121" fmla="*/ 3206608 w 12192000"/>
              <a:gd name="connsiteY121" fmla="*/ 1233153 h 6858000"/>
              <a:gd name="connsiteX122" fmla="*/ 3379140 w 12192000"/>
              <a:gd name="connsiteY122" fmla="*/ 1399351 h 6858000"/>
              <a:gd name="connsiteX123" fmla="*/ 3603118 w 12192000"/>
              <a:gd name="connsiteY123" fmla="*/ 1527375 h 6858000"/>
              <a:gd name="connsiteX124" fmla="*/ 3524809 w 12192000"/>
              <a:gd name="connsiteY124" fmla="*/ 1513774 h 6858000"/>
              <a:gd name="connsiteX125" fmla="*/ 3327498 w 12192000"/>
              <a:gd name="connsiteY125" fmla="*/ 1423859 h 6858000"/>
              <a:gd name="connsiteX126" fmla="*/ 3192949 w 12192000"/>
              <a:gd name="connsiteY126" fmla="*/ 1357211 h 6858000"/>
              <a:gd name="connsiteX127" fmla="*/ 3180259 w 12192000"/>
              <a:gd name="connsiteY127" fmla="*/ 1348280 h 6858000"/>
              <a:gd name="connsiteX128" fmla="*/ 3166204 w 12192000"/>
              <a:gd name="connsiteY128" fmla="*/ 1344345 h 6858000"/>
              <a:gd name="connsiteX129" fmla="*/ 3159212 w 12192000"/>
              <a:gd name="connsiteY129" fmla="*/ 1356197 h 6858000"/>
              <a:gd name="connsiteX130" fmla="*/ 3181004 w 12192000"/>
              <a:gd name="connsiteY130" fmla="*/ 1397043 h 6858000"/>
              <a:gd name="connsiteX131" fmla="*/ 3273385 w 12192000"/>
              <a:gd name="connsiteY131" fmla="*/ 1451888 h 6858000"/>
              <a:gd name="connsiteX132" fmla="*/ 3401776 w 12192000"/>
              <a:gd name="connsiteY132" fmla="*/ 1527602 h 6858000"/>
              <a:gd name="connsiteX133" fmla="*/ 3318130 w 12192000"/>
              <a:gd name="connsiteY133" fmla="*/ 1488342 h 6858000"/>
              <a:gd name="connsiteX134" fmla="*/ 3253694 w 12192000"/>
              <a:gd name="connsiteY134" fmla="*/ 1459909 h 6858000"/>
              <a:gd name="connsiteX135" fmla="*/ 3236182 w 12192000"/>
              <a:gd name="connsiteY135" fmla="*/ 1459882 h 6858000"/>
              <a:gd name="connsiteX136" fmla="*/ 3233020 w 12192000"/>
              <a:gd name="connsiteY136" fmla="*/ 1473687 h 6858000"/>
              <a:gd name="connsiteX137" fmla="*/ 3272474 w 12192000"/>
              <a:gd name="connsiteY137" fmla="*/ 1516958 h 6858000"/>
              <a:gd name="connsiteX138" fmla="*/ 3341300 w 12192000"/>
              <a:gd name="connsiteY138" fmla="*/ 1556133 h 6858000"/>
              <a:gd name="connsiteX139" fmla="*/ 3267359 w 12192000"/>
              <a:gd name="connsiteY139" fmla="*/ 1553009 h 6858000"/>
              <a:gd name="connsiteX140" fmla="*/ 3329832 w 12192000"/>
              <a:gd name="connsiteY140" fmla="*/ 1587586 h 6858000"/>
              <a:gd name="connsiteX141" fmla="*/ 3421490 w 12192000"/>
              <a:gd name="connsiteY141" fmla="*/ 1599301 h 6858000"/>
              <a:gd name="connsiteX142" fmla="*/ 3459923 w 12192000"/>
              <a:gd name="connsiteY142" fmla="*/ 1621220 h 6858000"/>
              <a:gd name="connsiteX143" fmla="*/ 3497490 w 12192000"/>
              <a:gd name="connsiteY143" fmla="*/ 1645392 h 6858000"/>
              <a:gd name="connsiteX144" fmla="*/ 3507803 w 12192000"/>
              <a:gd name="connsiteY144" fmla="*/ 1669911 h 6858000"/>
              <a:gd name="connsiteX145" fmla="*/ 3543290 w 12192000"/>
              <a:gd name="connsiteY145" fmla="*/ 1703729 h 6858000"/>
              <a:gd name="connsiteX146" fmla="*/ 3546999 w 12192000"/>
              <a:gd name="connsiteY146" fmla="*/ 1703818 h 6858000"/>
              <a:gd name="connsiteX147" fmla="*/ 3572295 w 12192000"/>
              <a:gd name="connsiteY147" fmla="*/ 1720349 h 6858000"/>
              <a:gd name="connsiteX148" fmla="*/ 3596922 w 12192000"/>
              <a:gd name="connsiteY148" fmla="*/ 1736961 h 6858000"/>
              <a:gd name="connsiteX149" fmla="*/ 3602119 w 12192000"/>
              <a:gd name="connsiteY149" fmla="*/ 1739285 h 6858000"/>
              <a:gd name="connsiteX150" fmla="*/ 3734798 w 12192000"/>
              <a:gd name="connsiteY150" fmla="*/ 1845349 h 6858000"/>
              <a:gd name="connsiteX151" fmla="*/ 3743174 w 12192000"/>
              <a:gd name="connsiteY151" fmla="*/ 1849972 h 6858000"/>
              <a:gd name="connsiteX152" fmla="*/ 3478101 w 12192000"/>
              <a:gd name="connsiteY152" fmla="*/ 1864630 h 6858000"/>
              <a:gd name="connsiteX153" fmla="*/ 3135293 w 12192000"/>
              <a:gd name="connsiteY153" fmla="*/ 1816496 h 6858000"/>
              <a:gd name="connsiteX154" fmla="*/ 3158510 w 12192000"/>
              <a:gd name="connsiteY154" fmla="*/ 1863880 h 6858000"/>
              <a:gd name="connsiteX155" fmla="*/ 3148907 w 12192000"/>
              <a:gd name="connsiteY155" fmla="*/ 1908797 h 6858000"/>
              <a:gd name="connsiteX156" fmla="*/ 3150229 w 12192000"/>
              <a:gd name="connsiteY156" fmla="*/ 2003660 h 6858000"/>
              <a:gd name="connsiteX157" fmla="*/ 3154219 w 12192000"/>
              <a:gd name="connsiteY157" fmla="*/ 2018746 h 6858000"/>
              <a:gd name="connsiteX158" fmla="*/ 3079313 w 12192000"/>
              <a:gd name="connsiteY158" fmla="*/ 2037482 h 6858000"/>
              <a:gd name="connsiteX159" fmla="*/ 3545961 w 12192000"/>
              <a:gd name="connsiteY159" fmla="*/ 2248584 h 6858000"/>
              <a:gd name="connsiteX160" fmla="*/ 3242382 w 12192000"/>
              <a:gd name="connsiteY160" fmla="*/ 2234890 h 6858000"/>
              <a:gd name="connsiteX161" fmla="*/ 3206852 w 12192000"/>
              <a:gd name="connsiteY161" fmla="*/ 2322137 h 6858000"/>
              <a:gd name="connsiteX162" fmla="*/ 3352854 w 12192000"/>
              <a:gd name="connsiteY162" fmla="*/ 2378270 h 6858000"/>
              <a:gd name="connsiteX163" fmla="*/ 3414532 w 12192000"/>
              <a:gd name="connsiteY163" fmla="*/ 2516826 h 6858000"/>
              <a:gd name="connsiteX164" fmla="*/ 3397577 w 12192000"/>
              <a:gd name="connsiteY164" fmla="*/ 2652556 h 6858000"/>
              <a:gd name="connsiteX165" fmla="*/ 3339773 w 12192000"/>
              <a:gd name="connsiteY165" fmla="*/ 2701969 h 6858000"/>
              <a:gd name="connsiteX166" fmla="*/ 3257041 w 12192000"/>
              <a:gd name="connsiteY166" fmla="*/ 2788223 h 6858000"/>
              <a:gd name="connsiteX167" fmla="*/ 3205892 w 12192000"/>
              <a:gd name="connsiteY167" fmla="*/ 2841661 h 6858000"/>
              <a:gd name="connsiteX168" fmla="*/ 3016267 w 12192000"/>
              <a:gd name="connsiteY168" fmla="*/ 2846107 h 6858000"/>
              <a:gd name="connsiteX169" fmla="*/ 3275450 w 12192000"/>
              <a:gd name="connsiteY169" fmla="*/ 2934701 h 6858000"/>
              <a:gd name="connsiteX170" fmla="*/ 3071009 w 12192000"/>
              <a:gd name="connsiteY170" fmla="*/ 2944432 h 6858000"/>
              <a:gd name="connsiteX171" fmla="*/ 3005039 w 12192000"/>
              <a:gd name="connsiteY171" fmla="*/ 2960743 h 6858000"/>
              <a:gd name="connsiteX172" fmla="*/ 3045255 w 12192000"/>
              <a:gd name="connsiteY172" fmla="*/ 2994795 h 6858000"/>
              <a:gd name="connsiteX173" fmla="*/ 3198769 w 12192000"/>
              <a:gd name="connsiteY173" fmla="*/ 3041966 h 6858000"/>
              <a:gd name="connsiteX174" fmla="*/ 3518098 w 12192000"/>
              <a:gd name="connsiteY174" fmla="*/ 3181525 h 6858000"/>
              <a:gd name="connsiteX175" fmla="*/ 3214876 w 12192000"/>
              <a:gd name="connsiteY175" fmla="*/ 3136382 h 6858000"/>
              <a:gd name="connsiteX176" fmla="*/ 3540876 w 12192000"/>
              <a:gd name="connsiteY176" fmla="*/ 3280232 h 6858000"/>
              <a:gd name="connsiteX177" fmla="*/ 3614558 w 12192000"/>
              <a:gd name="connsiteY177" fmla="*/ 3332242 h 6858000"/>
              <a:gd name="connsiteX178" fmla="*/ 3765439 w 12192000"/>
              <a:gd name="connsiteY178" fmla="*/ 3465091 h 6858000"/>
              <a:gd name="connsiteX179" fmla="*/ 3759506 w 12192000"/>
              <a:gd name="connsiteY179" fmla="*/ 3482990 h 6858000"/>
              <a:gd name="connsiteX180" fmla="*/ 3594905 w 12192000"/>
              <a:gd name="connsiteY180" fmla="*/ 3478499 h 6858000"/>
              <a:gd name="connsiteX181" fmla="*/ 3814430 w 12192000"/>
              <a:gd name="connsiteY181" fmla="*/ 3578876 h 6858000"/>
              <a:gd name="connsiteX182" fmla="*/ 4039126 w 12192000"/>
              <a:gd name="connsiteY182" fmla="*/ 3649369 h 6858000"/>
              <a:gd name="connsiteX183" fmla="*/ 3883152 w 12192000"/>
              <a:gd name="connsiteY183" fmla="*/ 3653497 h 6858000"/>
              <a:gd name="connsiteX184" fmla="*/ 3666446 w 12192000"/>
              <a:gd name="connsiteY184" fmla="*/ 3623911 h 6858000"/>
              <a:gd name="connsiteX185" fmla="*/ 3593589 w 12192000"/>
              <a:gd name="connsiteY185" fmla="*/ 3653674 h 6858000"/>
              <a:gd name="connsiteX186" fmla="*/ 3801238 w 12192000"/>
              <a:gd name="connsiteY186" fmla="*/ 3720862 h 6858000"/>
              <a:gd name="connsiteX187" fmla="*/ 3919545 w 12192000"/>
              <a:gd name="connsiteY187" fmla="*/ 3749213 h 6858000"/>
              <a:gd name="connsiteX188" fmla="*/ 3968059 w 12192000"/>
              <a:gd name="connsiteY188" fmla="*/ 3776085 h 6858000"/>
              <a:gd name="connsiteX189" fmla="*/ 4107750 w 12192000"/>
              <a:gd name="connsiteY189" fmla="*/ 3875932 h 6858000"/>
              <a:gd name="connsiteX190" fmla="*/ 4504087 w 12192000"/>
              <a:gd name="connsiteY190" fmla="*/ 3955698 h 6858000"/>
              <a:gd name="connsiteX191" fmla="*/ 5880284 w 12192000"/>
              <a:gd name="connsiteY191" fmla="*/ 3998656 h 6858000"/>
              <a:gd name="connsiteX192" fmla="*/ 8461494 w 12192000"/>
              <a:gd name="connsiteY192" fmla="*/ 3007971 h 6858000"/>
              <a:gd name="connsiteX193" fmla="*/ 8587378 w 12192000"/>
              <a:gd name="connsiteY193" fmla="*/ 2896089 h 6858000"/>
              <a:gd name="connsiteX194" fmla="*/ 8693826 w 12192000"/>
              <a:gd name="connsiteY194" fmla="*/ 2796225 h 6858000"/>
              <a:gd name="connsiteX195" fmla="*/ 8633488 w 12192000"/>
              <a:gd name="connsiteY195" fmla="*/ 2774007 h 6858000"/>
              <a:gd name="connsiteX196" fmla="*/ 8707444 w 12192000"/>
              <a:gd name="connsiteY196" fmla="*/ 2682105 h 6858000"/>
              <a:gd name="connsiteX197" fmla="*/ 8942552 w 12192000"/>
              <a:gd name="connsiteY197" fmla="*/ 2397549 h 6858000"/>
              <a:gd name="connsiteX198" fmla="*/ 9049260 w 12192000"/>
              <a:gd name="connsiteY198" fmla="*/ 2328253 h 6858000"/>
              <a:gd name="connsiteX199" fmla="*/ 9174304 w 12192000"/>
              <a:gd name="connsiteY199" fmla="*/ 2171379 h 6858000"/>
              <a:gd name="connsiteX200" fmla="*/ 9182228 w 12192000"/>
              <a:gd name="connsiteY200" fmla="*/ 2067678 h 6858000"/>
              <a:gd name="connsiteX201" fmla="*/ 9182278 w 12192000"/>
              <a:gd name="connsiteY201" fmla="*/ 2047313 h 6858000"/>
              <a:gd name="connsiteX202" fmla="*/ 9184334 w 12192000"/>
              <a:gd name="connsiteY202" fmla="*/ 2047686 h 6858000"/>
              <a:gd name="connsiteX203" fmla="*/ 9185124 w 12192000"/>
              <a:gd name="connsiteY203" fmla="*/ 1997142 h 6858000"/>
              <a:gd name="connsiteX204" fmla="*/ 9181592 w 12192000"/>
              <a:gd name="connsiteY204" fmla="*/ 1987782 h 6858000"/>
              <a:gd name="connsiteX205" fmla="*/ 9181190 w 12192000"/>
              <a:gd name="connsiteY205" fmla="*/ 1974586 h 6858000"/>
              <a:gd name="connsiteX206" fmla="*/ 9180252 w 12192000"/>
              <a:gd name="connsiteY206" fmla="*/ 1963164 h 6858000"/>
              <a:gd name="connsiteX207" fmla="*/ 9178804 w 12192000"/>
              <a:gd name="connsiteY207" fmla="*/ 1965349 h 6858000"/>
              <a:gd name="connsiteX208" fmla="*/ 9177606 w 12192000"/>
              <a:gd name="connsiteY208" fmla="*/ 1977215 h 6858000"/>
              <a:gd name="connsiteX209" fmla="*/ 9169614 w 12192000"/>
              <a:gd name="connsiteY209" fmla="*/ 1956030 h 6858000"/>
              <a:gd name="connsiteX210" fmla="*/ 9046406 w 12192000"/>
              <a:gd name="connsiteY210" fmla="*/ 1838718 h 6858000"/>
              <a:gd name="connsiteX211" fmla="*/ 8960873 w 12192000"/>
              <a:gd name="connsiteY211" fmla="*/ 1764524 h 6858000"/>
              <a:gd name="connsiteX212" fmla="*/ 8946755 w 12192000"/>
              <a:gd name="connsiteY212" fmla="*/ 1690806 h 6858000"/>
              <a:gd name="connsiteX213" fmla="*/ 8786897 w 12192000"/>
              <a:gd name="connsiteY213" fmla="*/ 1665607 h 6858000"/>
              <a:gd name="connsiteX214" fmla="*/ 8924505 w 12192000"/>
              <a:gd name="connsiteY214" fmla="*/ 1489227 h 6858000"/>
              <a:gd name="connsiteX215" fmla="*/ 8937122 w 12192000"/>
              <a:gd name="connsiteY215" fmla="*/ 1454681 h 6858000"/>
              <a:gd name="connsiteX216" fmla="*/ 8841119 w 12192000"/>
              <a:gd name="connsiteY216" fmla="*/ 1348202 h 6858000"/>
              <a:gd name="connsiteX217" fmla="*/ 8825548 w 12192000"/>
              <a:gd name="connsiteY217" fmla="*/ 1331028 h 6858000"/>
              <a:gd name="connsiteX218" fmla="*/ 8790413 w 12192000"/>
              <a:gd name="connsiteY218" fmla="*/ 1297436 h 6858000"/>
              <a:gd name="connsiteX219" fmla="*/ 8695944 w 12192000"/>
              <a:gd name="connsiteY219" fmla="*/ 1299752 h 6858000"/>
              <a:gd name="connsiteX220" fmla="*/ 8743050 w 12192000"/>
              <a:gd name="connsiteY220" fmla="*/ 1267471 h 6858000"/>
              <a:gd name="connsiteX221" fmla="*/ 8831902 w 12192000"/>
              <a:gd name="connsiteY221" fmla="*/ 1166250 h 6858000"/>
              <a:gd name="connsiteX222" fmla="*/ 8763628 w 12192000"/>
              <a:gd name="connsiteY222" fmla="*/ 1088084 h 6858000"/>
              <a:gd name="connsiteX223" fmla="*/ 8744052 w 12192000"/>
              <a:gd name="connsiteY223" fmla="*/ 1076766 h 6858000"/>
              <a:gd name="connsiteX224" fmla="*/ 8767977 w 12192000"/>
              <a:gd name="connsiteY224" fmla="*/ 1055883 h 6858000"/>
              <a:gd name="connsiteX225" fmla="*/ 8815418 w 12192000"/>
              <a:gd name="connsiteY225" fmla="*/ 986519 h 6858000"/>
              <a:gd name="connsiteX226" fmla="*/ 8839356 w 12192000"/>
              <a:gd name="connsiteY226" fmla="*/ 939330 h 6858000"/>
              <a:gd name="connsiteX227" fmla="*/ 8869964 w 12192000"/>
              <a:gd name="connsiteY227" fmla="*/ 917639 h 6858000"/>
              <a:gd name="connsiteX228" fmla="*/ 8876013 w 12192000"/>
              <a:gd name="connsiteY228" fmla="*/ 901606 h 6858000"/>
              <a:gd name="connsiteX229" fmla="*/ 8855230 w 12192000"/>
              <a:gd name="connsiteY229" fmla="*/ 828963 h 6858000"/>
              <a:gd name="connsiteX230" fmla="*/ 8844988 w 12192000"/>
              <a:gd name="connsiteY230" fmla="*/ 810876 h 6858000"/>
              <a:gd name="connsiteX231" fmla="*/ 8768255 w 12192000"/>
              <a:gd name="connsiteY231" fmla="*/ 747963 h 6858000"/>
              <a:gd name="connsiteX232" fmla="*/ 8692953 w 12192000"/>
              <a:gd name="connsiteY232" fmla="*/ 638707 h 6858000"/>
              <a:gd name="connsiteX233" fmla="*/ 8674423 w 12192000"/>
              <a:gd name="connsiteY233" fmla="*/ 564449 h 6858000"/>
              <a:gd name="connsiteX234" fmla="*/ 8667642 w 12192000"/>
              <a:gd name="connsiteY234" fmla="*/ 547822 h 6858000"/>
              <a:gd name="connsiteX235" fmla="*/ 8661198 w 12192000"/>
              <a:gd name="connsiteY235" fmla="*/ 478275 h 6858000"/>
              <a:gd name="connsiteX236" fmla="*/ 8645813 w 12192000"/>
              <a:gd name="connsiteY236" fmla="*/ 464032 h 6858000"/>
              <a:gd name="connsiteX237" fmla="*/ 8512338 w 12192000"/>
              <a:gd name="connsiteY237" fmla="*/ 477784 h 6858000"/>
              <a:gd name="connsiteX238" fmla="*/ 8481050 w 12192000"/>
              <a:gd name="connsiteY238" fmla="*/ 430572 h 6858000"/>
              <a:gd name="connsiteX239" fmla="*/ 8498220 w 12192000"/>
              <a:gd name="connsiteY239" fmla="*/ 404064 h 6858000"/>
              <a:gd name="connsiteX240" fmla="*/ 8489536 w 12192000"/>
              <a:gd name="connsiteY240" fmla="*/ 389280 h 6858000"/>
              <a:gd name="connsiteX241" fmla="*/ 0 w 12192000"/>
              <a:gd name="connsiteY241" fmla="*/ 0 h 6858000"/>
              <a:gd name="connsiteX242" fmla="*/ 12192000 w 12192000"/>
              <a:gd name="connsiteY242" fmla="*/ 0 h 6858000"/>
              <a:gd name="connsiteX243" fmla="*/ 12192000 w 12192000"/>
              <a:gd name="connsiteY243" fmla="*/ 6858000 h 6858000"/>
              <a:gd name="connsiteX244" fmla="*/ 0 w 12192000"/>
              <a:gd name="connsiteY2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</a:cxnLst>
            <a:rect l="l" t="t" r="r" b="b"/>
            <a:pathLst>
              <a:path w="12192000" h="6858000">
                <a:moveTo>
                  <a:pt x="9149158" y="2038490"/>
                </a:moveTo>
                <a:cubicBezTo>
                  <a:pt x="9152630" y="2038396"/>
                  <a:pt x="9157442" y="2039945"/>
                  <a:pt x="9164184" y="2044026"/>
                </a:cubicBezTo>
                <a:lnTo>
                  <a:pt x="9172532" y="2045543"/>
                </a:lnTo>
                <a:lnTo>
                  <a:pt x="9171580" y="2056997"/>
                </a:lnTo>
                <a:cubicBezTo>
                  <a:pt x="9169082" y="2082897"/>
                  <a:pt x="9165822" y="2102884"/>
                  <a:pt x="9161257" y="2098605"/>
                </a:cubicBezTo>
                <a:cubicBezTo>
                  <a:pt x="9149066" y="2086928"/>
                  <a:pt x="9130962" y="2077578"/>
                  <a:pt x="9138232" y="2059518"/>
                </a:cubicBezTo>
                <a:cubicBezTo>
                  <a:pt x="9140394" y="2053821"/>
                  <a:pt x="9138743" y="2038771"/>
                  <a:pt x="9149158" y="2038490"/>
                </a:cubicBezTo>
                <a:close/>
                <a:moveTo>
                  <a:pt x="9177606" y="1977215"/>
                </a:moveTo>
                <a:lnTo>
                  <a:pt x="9181592" y="1987782"/>
                </a:lnTo>
                <a:lnTo>
                  <a:pt x="9181923" y="1998627"/>
                </a:lnTo>
                <a:cubicBezTo>
                  <a:pt x="9182120" y="2008276"/>
                  <a:pt x="9182258" y="2019324"/>
                  <a:pt x="9182316" y="2031066"/>
                </a:cubicBezTo>
                <a:lnTo>
                  <a:pt x="9182278" y="2047313"/>
                </a:lnTo>
                <a:lnTo>
                  <a:pt x="9172532" y="2045543"/>
                </a:lnTo>
                <a:lnTo>
                  <a:pt x="9173842" y="2029805"/>
                </a:lnTo>
                <a:cubicBezTo>
                  <a:pt x="9175210" y="2011268"/>
                  <a:pt x="9176320" y="1992822"/>
                  <a:pt x="9177334" y="1979903"/>
                </a:cubicBezTo>
                <a:close/>
                <a:moveTo>
                  <a:pt x="3696300" y="1578900"/>
                </a:moveTo>
                <a:cubicBezTo>
                  <a:pt x="3710474" y="1584699"/>
                  <a:pt x="3724648" y="1590499"/>
                  <a:pt x="3738823" y="1596298"/>
                </a:cubicBezTo>
                <a:cubicBezTo>
                  <a:pt x="3731018" y="1595365"/>
                  <a:pt x="3722545" y="1594511"/>
                  <a:pt x="3714409" y="1593618"/>
                </a:cubicBezTo>
                <a:cubicBezTo>
                  <a:pt x="3707437" y="1589899"/>
                  <a:pt x="3700149" y="1586487"/>
                  <a:pt x="3693161" y="1582501"/>
                </a:cubicBezTo>
                <a:cubicBezTo>
                  <a:pt x="3694096" y="1581313"/>
                  <a:pt x="3695364" y="1580088"/>
                  <a:pt x="3696300" y="1578900"/>
                </a:cubicBezTo>
                <a:close/>
                <a:moveTo>
                  <a:pt x="3918454" y="1175387"/>
                </a:moveTo>
                <a:cubicBezTo>
                  <a:pt x="4003499" y="1210184"/>
                  <a:pt x="4088562" y="1245245"/>
                  <a:pt x="4173607" y="1280040"/>
                </a:cubicBezTo>
                <a:cubicBezTo>
                  <a:pt x="4172338" y="1281268"/>
                  <a:pt x="4171404" y="1282454"/>
                  <a:pt x="4170135" y="1283683"/>
                </a:cubicBezTo>
                <a:cubicBezTo>
                  <a:pt x="4077511" y="1256783"/>
                  <a:pt x="3989628" y="1225016"/>
                  <a:pt x="3918454" y="1175387"/>
                </a:cubicBezTo>
                <a:close/>
                <a:moveTo>
                  <a:pt x="8109090" y="602108"/>
                </a:moveTo>
                <a:lnTo>
                  <a:pt x="8113034" y="602645"/>
                </a:lnTo>
                <a:cubicBezTo>
                  <a:pt x="8117145" y="603257"/>
                  <a:pt x="8117456" y="603522"/>
                  <a:pt x="8111220" y="603405"/>
                </a:cubicBezTo>
                <a:close/>
                <a:moveTo>
                  <a:pt x="8489536" y="389280"/>
                </a:moveTo>
                <a:cubicBezTo>
                  <a:pt x="8479909" y="386150"/>
                  <a:pt x="8475270" y="392618"/>
                  <a:pt x="8470194" y="397527"/>
                </a:cubicBezTo>
                <a:cubicBezTo>
                  <a:pt x="8442581" y="423957"/>
                  <a:pt x="8407160" y="444085"/>
                  <a:pt x="8373511" y="465608"/>
                </a:cubicBezTo>
                <a:cubicBezTo>
                  <a:pt x="8325315" y="496678"/>
                  <a:pt x="8274262" y="525140"/>
                  <a:pt x="8231753" y="560890"/>
                </a:cubicBezTo>
                <a:cubicBezTo>
                  <a:pt x="8220884" y="569991"/>
                  <a:pt x="8202133" y="566357"/>
                  <a:pt x="8199967" y="553465"/>
                </a:cubicBezTo>
                <a:cubicBezTo>
                  <a:pt x="8197799" y="540575"/>
                  <a:pt x="8188778" y="541668"/>
                  <a:pt x="8175616" y="546483"/>
                </a:cubicBezTo>
                <a:cubicBezTo>
                  <a:pt x="8159813" y="552155"/>
                  <a:pt x="8144012" y="557828"/>
                  <a:pt x="8128578" y="563992"/>
                </a:cubicBezTo>
                <a:cubicBezTo>
                  <a:pt x="8112493" y="570503"/>
                  <a:pt x="8105752" y="580983"/>
                  <a:pt x="8104845" y="593172"/>
                </a:cubicBezTo>
                <a:cubicBezTo>
                  <a:pt x="8104654" y="595478"/>
                  <a:pt x="8104732" y="598018"/>
                  <a:pt x="8105615" y="599991"/>
                </a:cubicBezTo>
                <a:lnTo>
                  <a:pt x="8109090" y="602108"/>
                </a:lnTo>
                <a:lnTo>
                  <a:pt x="8092049" y="599788"/>
                </a:lnTo>
                <a:cubicBezTo>
                  <a:pt x="8074125" y="597229"/>
                  <a:pt x="8051995" y="593399"/>
                  <a:pt x="8047646" y="588557"/>
                </a:cubicBezTo>
                <a:cubicBezTo>
                  <a:pt x="8047278" y="588065"/>
                  <a:pt x="7852240" y="650342"/>
                  <a:pt x="7793637" y="681868"/>
                </a:cubicBezTo>
                <a:cubicBezTo>
                  <a:pt x="7757179" y="701583"/>
                  <a:pt x="7034011" y="1031296"/>
                  <a:pt x="6007741" y="1095470"/>
                </a:cubicBezTo>
                <a:cubicBezTo>
                  <a:pt x="5971519" y="1097710"/>
                  <a:pt x="5937353" y="1100506"/>
                  <a:pt x="5902533" y="1103650"/>
                </a:cubicBezTo>
                <a:cubicBezTo>
                  <a:pt x="5594429" y="1129961"/>
                  <a:pt x="5292360" y="1161179"/>
                  <a:pt x="5164222" y="1163546"/>
                </a:cubicBezTo>
                <a:cubicBezTo>
                  <a:pt x="5063988" y="1165217"/>
                  <a:pt x="4549164" y="1138992"/>
                  <a:pt x="4395075" y="1082763"/>
                </a:cubicBezTo>
                <a:cubicBezTo>
                  <a:pt x="4237527" y="1025076"/>
                  <a:pt x="4088158" y="958345"/>
                  <a:pt x="3939440" y="891265"/>
                </a:cubicBezTo>
                <a:cubicBezTo>
                  <a:pt x="3874968" y="862299"/>
                  <a:pt x="3806689" y="837016"/>
                  <a:pt x="3747894" y="801994"/>
                </a:cubicBezTo>
                <a:cubicBezTo>
                  <a:pt x="3689082" y="766706"/>
                  <a:pt x="3632839" y="729495"/>
                  <a:pt x="3569553" y="697970"/>
                </a:cubicBezTo>
                <a:cubicBezTo>
                  <a:pt x="3551464" y="688887"/>
                  <a:pt x="3533327" y="679005"/>
                  <a:pt x="3507813" y="680216"/>
                </a:cubicBezTo>
                <a:cubicBezTo>
                  <a:pt x="3502099" y="680371"/>
                  <a:pt x="3496101" y="681365"/>
                  <a:pt x="3490455" y="682587"/>
                </a:cubicBezTo>
                <a:cubicBezTo>
                  <a:pt x="3484140" y="683888"/>
                  <a:pt x="3479298" y="687159"/>
                  <a:pt x="3477246" y="691971"/>
                </a:cubicBezTo>
                <a:cubicBezTo>
                  <a:pt x="3475230" y="697315"/>
                  <a:pt x="3479426" y="699760"/>
                  <a:pt x="3484273" y="701857"/>
                </a:cubicBezTo>
                <a:cubicBezTo>
                  <a:pt x="3487733" y="703316"/>
                  <a:pt x="3491260" y="705843"/>
                  <a:pt x="3495638" y="705849"/>
                </a:cubicBezTo>
                <a:cubicBezTo>
                  <a:pt x="3523576" y="705686"/>
                  <a:pt x="3534967" y="720681"/>
                  <a:pt x="3548914" y="733487"/>
                </a:cubicBezTo>
                <a:cubicBezTo>
                  <a:pt x="3554984" y="738925"/>
                  <a:pt x="3561304" y="742991"/>
                  <a:pt x="3551504" y="753036"/>
                </a:cubicBezTo>
                <a:cubicBezTo>
                  <a:pt x="3542974" y="761854"/>
                  <a:pt x="3552584" y="764716"/>
                  <a:pt x="3562075" y="765715"/>
                </a:cubicBezTo>
                <a:cubicBezTo>
                  <a:pt x="3575293" y="767067"/>
                  <a:pt x="3590630" y="764672"/>
                  <a:pt x="3605942" y="772481"/>
                </a:cubicBezTo>
                <a:cubicBezTo>
                  <a:pt x="3550860" y="779958"/>
                  <a:pt x="3525860" y="757484"/>
                  <a:pt x="3499309" y="737079"/>
                </a:cubicBezTo>
                <a:cubicBezTo>
                  <a:pt x="3489410" y="729689"/>
                  <a:pt x="3482419" y="720334"/>
                  <a:pt x="3473788" y="711717"/>
                </a:cubicBezTo>
                <a:cubicBezTo>
                  <a:pt x="3463019" y="701211"/>
                  <a:pt x="3451290" y="702093"/>
                  <a:pt x="3437248" y="714263"/>
                </a:cubicBezTo>
                <a:cubicBezTo>
                  <a:pt x="3424810" y="725164"/>
                  <a:pt x="3418411" y="725135"/>
                  <a:pt x="3413254" y="712874"/>
                </a:cubicBezTo>
                <a:cubicBezTo>
                  <a:pt x="3405299" y="693706"/>
                  <a:pt x="3389031" y="681450"/>
                  <a:pt x="3362511" y="677414"/>
                </a:cubicBezTo>
                <a:cubicBezTo>
                  <a:pt x="3356728" y="676504"/>
                  <a:pt x="3349492" y="673891"/>
                  <a:pt x="3344467" y="679599"/>
                </a:cubicBezTo>
                <a:cubicBezTo>
                  <a:pt x="3340061" y="684428"/>
                  <a:pt x="3344392" y="689004"/>
                  <a:pt x="3347971" y="692328"/>
                </a:cubicBezTo>
                <a:cubicBezTo>
                  <a:pt x="3354407" y="698260"/>
                  <a:pt x="3360162" y="704004"/>
                  <a:pt x="3363008" y="711713"/>
                </a:cubicBezTo>
                <a:cubicBezTo>
                  <a:pt x="3365019" y="716838"/>
                  <a:pt x="3367062" y="722495"/>
                  <a:pt x="3362637" y="727058"/>
                </a:cubicBezTo>
                <a:cubicBezTo>
                  <a:pt x="3344342" y="746453"/>
                  <a:pt x="3358884" y="752745"/>
                  <a:pt x="3376167" y="759779"/>
                </a:cubicBezTo>
                <a:cubicBezTo>
                  <a:pt x="3400002" y="769239"/>
                  <a:pt x="3410177" y="786259"/>
                  <a:pt x="3406203" y="808483"/>
                </a:cubicBezTo>
                <a:cubicBezTo>
                  <a:pt x="3404757" y="817516"/>
                  <a:pt x="3406433" y="822682"/>
                  <a:pt x="3420116" y="820757"/>
                </a:cubicBezTo>
                <a:cubicBezTo>
                  <a:pt x="3425463" y="820110"/>
                  <a:pt x="3426984" y="822878"/>
                  <a:pt x="3429194" y="825831"/>
                </a:cubicBezTo>
                <a:cubicBezTo>
                  <a:pt x="3476758" y="896035"/>
                  <a:pt x="3542778" y="954609"/>
                  <a:pt x="3619149" y="1006561"/>
                </a:cubicBezTo>
                <a:cubicBezTo>
                  <a:pt x="3681093" y="1048718"/>
                  <a:pt x="3748746" y="1085351"/>
                  <a:pt x="3818654" y="1120369"/>
                </a:cubicBezTo>
                <a:cubicBezTo>
                  <a:pt x="3820742" y="1121458"/>
                  <a:pt x="3822850" y="1122813"/>
                  <a:pt x="3824021" y="1125355"/>
                </a:cubicBezTo>
                <a:cubicBezTo>
                  <a:pt x="3791940" y="1123873"/>
                  <a:pt x="3763844" y="1116270"/>
                  <a:pt x="3736668" y="1107215"/>
                </a:cubicBezTo>
                <a:cubicBezTo>
                  <a:pt x="3664431" y="1083216"/>
                  <a:pt x="3602610" y="1048291"/>
                  <a:pt x="3540174" y="1014247"/>
                </a:cubicBezTo>
                <a:cubicBezTo>
                  <a:pt x="3502142" y="993353"/>
                  <a:pt x="3463159" y="973379"/>
                  <a:pt x="3421640" y="955861"/>
                </a:cubicBezTo>
                <a:cubicBezTo>
                  <a:pt x="3414719" y="952940"/>
                  <a:pt x="3409737" y="948712"/>
                  <a:pt x="3404753" y="944484"/>
                </a:cubicBezTo>
                <a:cubicBezTo>
                  <a:pt x="3401911" y="942144"/>
                  <a:pt x="3398417" y="940152"/>
                  <a:pt x="3393138" y="941865"/>
                </a:cubicBezTo>
                <a:cubicBezTo>
                  <a:pt x="3386540" y="944006"/>
                  <a:pt x="3386126" y="948083"/>
                  <a:pt x="3385712" y="952159"/>
                </a:cubicBezTo>
                <a:cubicBezTo>
                  <a:pt x="3384520" y="965187"/>
                  <a:pt x="3389594" y="976116"/>
                  <a:pt x="3398641" y="986025"/>
                </a:cubicBezTo>
                <a:cubicBezTo>
                  <a:pt x="3422140" y="1011364"/>
                  <a:pt x="3455589" y="1029056"/>
                  <a:pt x="3489975" y="1045560"/>
                </a:cubicBezTo>
                <a:cubicBezTo>
                  <a:pt x="3534421" y="1066751"/>
                  <a:pt x="3577600" y="1089169"/>
                  <a:pt x="3617273" y="1114697"/>
                </a:cubicBezTo>
                <a:cubicBezTo>
                  <a:pt x="3620082" y="1116503"/>
                  <a:pt x="3625178" y="1117229"/>
                  <a:pt x="3623898" y="1123556"/>
                </a:cubicBezTo>
                <a:cubicBezTo>
                  <a:pt x="3599276" y="1112313"/>
                  <a:pt x="3576007" y="1101173"/>
                  <a:pt x="3552438" y="1090606"/>
                </a:cubicBezTo>
                <a:cubicBezTo>
                  <a:pt x="3529203" y="1079998"/>
                  <a:pt x="3505634" y="1069432"/>
                  <a:pt x="3482417" y="1059092"/>
                </a:cubicBezTo>
                <a:cubicBezTo>
                  <a:pt x="3476868" y="1056543"/>
                  <a:pt x="3470899" y="1052702"/>
                  <a:pt x="3463468" y="1057629"/>
                </a:cubicBezTo>
                <a:cubicBezTo>
                  <a:pt x="3455703" y="1062595"/>
                  <a:pt x="3457128" y="1069134"/>
                  <a:pt x="3459472" y="1074217"/>
                </a:cubicBezTo>
                <a:cubicBezTo>
                  <a:pt x="3466821" y="1089165"/>
                  <a:pt x="3478729" y="1101681"/>
                  <a:pt x="3494211" y="1112153"/>
                </a:cubicBezTo>
                <a:cubicBezTo>
                  <a:pt x="3546907" y="1146573"/>
                  <a:pt x="3606933" y="1174465"/>
                  <a:pt x="3663137" y="1205775"/>
                </a:cubicBezTo>
                <a:cubicBezTo>
                  <a:pt x="3693512" y="1222766"/>
                  <a:pt x="3721631" y="1241370"/>
                  <a:pt x="3748466" y="1260936"/>
                </a:cubicBezTo>
                <a:cubicBezTo>
                  <a:pt x="3754470" y="1265310"/>
                  <a:pt x="3754440" y="1270144"/>
                  <a:pt x="3753142" y="1276208"/>
                </a:cubicBezTo>
                <a:cubicBezTo>
                  <a:pt x="3747968" y="1300726"/>
                  <a:pt x="3758834" y="1307462"/>
                  <a:pt x="3791960" y="1298886"/>
                </a:cubicBezTo>
                <a:cubicBezTo>
                  <a:pt x="3802234" y="1296299"/>
                  <a:pt x="3809336" y="1296782"/>
                  <a:pt x="3816039" y="1301606"/>
                </a:cubicBezTo>
                <a:cubicBezTo>
                  <a:pt x="3897299" y="1361555"/>
                  <a:pt x="3991895" y="1408883"/>
                  <a:pt x="4094439" y="1448806"/>
                </a:cubicBezTo>
                <a:cubicBezTo>
                  <a:pt x="4136210" y="1464953"/>
                  <a:pt x="4179249" y="1479874"/>
                  <a:pt x="4222870" y="1493379"/>
                </a:cubicBezTo>
                <a:cubicBezTo>
                  <a:pt x="4222955" y="1494711"/>
                  <a:pt x="4223057" y="1496309"/>
                  <a:pt x="4223141" y="1497641"/>
                </a:cubicBezTo>
                <a:cubicBezTo>
                  <a:pt x="4222925" y="1499546"/>
                  <a:pt x="4222659" y="1500653"/>
                  <a:pt x="4222428" y="1502292"/>
                </a:cubicBezTo>
                <a:cubicBezTo>
                  <a:pt x="4160784" y="1480767"/>
                  <a:pt x="4099761" y="1458363"/>
                  <a:pt x="4039973" y="1434198"/>
                </a:cubicBezTo>
                <a:cubicBezTo>
                  <a:pt x="3877889" y="1368737"/>
                  <a:pt x="3722432" y="1296301"/>
                  <a:pt x="3564773" y="1226279"/>
                </a:cubicBezTo>
                <a:cubicBezTo>
                  <a:pt x="3511752" y="1202636"/>
                  <a:pt x="3468897" y="1169442"/>
                  <a:pt x="3420650" y="1141464"/>
                </a:cubicBezTo>
                <a:cubicBezTo>
                  <a:pt x="3388486" y="1122812"/>
                  <a:pt x="3357590" y="1102932"/>
                  <a:pt x="3320669" y="1088883"/>
                </a:cubicBezTo>
                <a:cubicBezTo>
                  <a:pt x="3305491" y="1083205"/>
                  <a:pt x="3289697" y="1078406"/>
                  <a:pt x="3270102" y="1082659"/>
                </a:cubicBezTo>
                <a:cubicBezTo>
                  <a:pt x="3262467" y="1084389"/>
                  <a:pt x="3253881" y="1087040"/>
                  <a:pt x="3251648" y="1094290"/>
                </a:cubicBezTo>
                <a:cubicBezTo>
                  <a:pt x="3249750" y="1101498"/>
                  <a:pt x="3256970" y="1103846"/>
                  <a:pt x="3263506" y="1106005"/>
                </a:cubicBezTo>
                <a:cubicBezTo>
                  <a:pt x="3265227" y="1106604"/>
                  <a:pt x="3266966" y="1107467"/>
                  <a:pt x="3268636" y="1107265"/>
                </a:cubicBezTo>
                <a:cubicBezTo>
                  <a:pt x="3300482" y="1105018"/>
                  <a:pt x="3309121" y="1124372"/>
                  <a:pt x="3325089" y="1137201"/>
                </a:cubicBezTo>
                <a:cubicBezTo>
                  <a:pt x="3330055" y="1141164"/>
                  <a:pt x="3330677" y="1145651"/>
                  <a:pt x="3326003" y="1151585"/>
                </a:cubicBezTo>
                <a:cubicBezTo>
                  <a:pt x="3317592" y="1162266"/>
                  <a:pt x="3324211" y="1165760"/>
                  <a:pt x="3336410" y="1166967"/>
                </a:cubicBezTo>
                <a:cubicBezTo>
                  <a:pt x="3348608" y="1168175"/>
                  <a:pt x="3361690" y="1167395"/>
                  <a:pt x="3375112" y="1171943"/>
                </a:cubicBezTo>
                <a:cubicBezTo>
                  <a:pt x="3354718" y="1179513"/>
                  <a:pt x="3340011" y="1175927"/>
                  <a:pt x="3326222" y="1170885"/>
                </a:cubicBezTo>
                <a:cubicBezTo>
                  <a:pt x="3295216" y="1159877"/>
                  <a:pt x="3274464" y="1140648"/>
                  <a:pt x="3254679" y="1120765"/>
                </a:cubicBezTo>
                <a:cubicBezTo>
                  <a:pt x="3250733" y="1116948"/>
                  <a:pt x="3247420" y="1112518"/>
                  <a:pt x="3242188" y="1109662"/>
                </a:cubicBezTo>
                <a:cubicBezTo>
                  <a:pt x="3232391" y="1103869"/>
                  <a:pt x="3222316" y="1104284"/>
                  <a:pt x="3211499" y="1114184"/>
                </a:cubicBezTo>
                <a:cubicBezTo>
                  <a:pt x="3197173" y="1127194"/>
                  <a:pt x="3191777" y="1127042"/>
                  <a:pt x="3185849" y="1113265"/>
                </a:cubicBezTo>
                <a:cubicBezTo>
                  <a:pt x="3177929" y="1094629"/>
                  <a:pt x="3162028" y="1082865"/>
                  <a:pt x="3135843" y="1078789"/>
                </a:cubicBezTo>
                <a:cubicBezTo>
                  <a:pt x="3130396" y="1077837"/>
                  <a:pt x="3124578" y="1076395"/>
                  <a:pt x="3119118" y="1080546"/>
                </a:cubicBezTo>
                <a:cubicBezTo>
                  <a:pt x="3113359" y="1085269"/>
                  <a:pt x="3117622" y="1088780"/>
                  <a:pt x="3120198" y="1092226"/>
                </a:cubicBezTo>
                <a:cubicBezTo>
                  <a:pt x="3123912" y="1097682"/>
                  <a:pt x="3128295" y="1103057"/>
                  <a:pt x="3131691" y="1108819"/>
                </a:cubicBezTo>
                <a:cubicBezTo>
                  <a:pt x="3137665" y="1118027"/>
                  <a:pt x="3139328" y="1128295"/>
                  <a:pt x="3129914" y="1139097"/>
                </a:cubicBezTo>
                <a:cubicBezTo>
                  <a:pt x="3123003" y="1146915"/>
                  <a:pt x="3123960" y="1151361"/>
                  <a:pt x="3133955" y="1154983"/>
                </a:cubicBezTo>
                <a:cubicBezTo>
                  <a:pt x="3165979" y="1166136"/>
                  <a:pt x="3186931" y="1183194"/>
                  <a:pt x="3178170" y="1214855"/>
                </a:cubicBezTo>
                <a:cubicBezTo>
                  <a:pt x="3176770" y="1219320"/>
                  <a:pt x="3179046" y="1223338"/>
                  <a:pt x="3185378" y="1222303"/>
                </a:cubicBezTo>
                <a:cubicBezTo>
                  <a:pt x="3199361" y="1219805"/>
                  <a:pt x="3202140" y="1226447"/>
                  <a:pt x="3206608" y="1233153"/>
                </a:cubicBezTo>
                <a:cubicBezTo>
                  <a:pt x="3250090" y="1297409"/>
                  <a:pt x="3310389" y="1350771"/>
                  <a:pt x="3379140" y="1399351"/>
                </a:cubicBezTo>
                <a:cubicBezTo>
                  <a:pt x="3447189" y="1447479"/>
                  <a:pt x="3522881" y="1488775"/>
                  <a:pt x="3603118" y="1527375"/>
                </a:cubicBezTo>
                <a:cubicBezTo>
                  <a:pt x="3581296" y="1528405"/>
                  <a:pt x="3552602" y="1521951"/>
                  <a:pt x="3524809" y="1513774"/>
                </a:cubicBezTo>
                <a:cubicBezTo>
                  <a:pt x="3451354" y="1491802"/>
                  <a:pt x="3389901" y="1457369"/>
                  <a:pt x="3327498" y="1423859"/>
                </a:cubicBezTo>
                <a:cubicBezTo>
                  <a:pt x="3283917" y="1400416"/>
                  <a:pt x="3241288" y="1376052"/>
                  <a:pt x="3192949" y="1357211"/>
                </a:cubicBezTo>
                <a:cubicBezTo>
                  <a:pt x="3187434" y="1355196"/>
                  <a:pt x="3183538" y="1352177"/>
                  <a:pt x="3180259" y="1348280"/>
                </a:cubicBezTo>
                <a:cubicBezTo>
                  <a:pt x="3177348" y="1344874"/>
                  <a:pt x="3173119" y="1341896"/>
                  <a:pt x="3166204" y="1344345"/>
                </a:cubicBezTo>
                <a:cubicBezTo>
                  <a:pt x="3159306" y="1347059"/>
                  <a:pt x="3158942" y="1351935"/>
                  <a:pt x="3159212" y="1356197"/>
                </a:cubicBezTo>
                <a:cubicBezTo>
                  <a:pt x="3161232" y="1372059"/>
                  <a:pt x="3167827" y="1385754"/>
                  <a:pt x="3181004" y="1397043"/>
                </a:cubicBezTo>
                <a:cubicBezTo>
                  <a:pt x="3206688" y="1419701"/>
                  <a:pt x="3240037" y="1435794"/>
                  <a:pt x="3273385" y="1451888"/>
                </a:cubicBezTo>
                <a:cubicBezTo>
                  <a:pt x="3319573" y="1473941"/>
                  <a:pt x="3362569" y="1498797"/>
                  <a:pt x="3401776" y="1527602"/>
                </a:cubicBezTo>
                <a:cubicBezTo>
                  <a:pt x="3374012" y="1514591"/>
                  <a:pt x="3346230" y="1501313"/>
                  <a:pt x="3318130" y="1488342"/>
                </a:cubicBezTo>
                <a:cubicBezTo>
                  <a:pt x="3296969" y="1478558"/>
                  <a:pt x="3275173" y="1469387"/>
                  <a:pt x="3253694" y="1459909"/>
                </a:cubicBezTo>
                <a:cubicBezTo>
                  <a:pt x="3248495" y="1457587"/>
                  <a:pt x="3242945" y="1455038"/>
                  <a:pt x="3236182" y="1459882"/>
                </a:cubicBezTo>
                <a:cubicBezTo>
                  <a:pt x="3230053" y="1464115"/>
                  <a:pt x="3231378" y="1469055"/>
                  <a:pt x="3233020" y="1473687"/>
                </a:cubicBezTo>
                <a:cubicBezTo>
                  <a:pt x="3239235" y="1491993"/>
                  <a:pt x="3254236" y="1505477"/>
                  <a:pt x="3272474" y="1516958"/>
                </a:cubicBezTo>
                <a:cubicBezTo>
                  <a:pt x="3294559" y="1530657"/>
                  <a:pt x="3317595" y="1543436"/>
                  <a:pt x="3341300" y="1556133"/>
                </a:cubicBezTo>
                <a:cubicBezTo>
                  <a:pt x="3316637" y="1554825"/>
                  <a:pt x="3291973" y="1553517"/>
                  <a:pt x="3267359" y="1553009"/>
                </a:cubicBezTo>
                <a:cubicBezTo>
                  <a:pt x="3280352" y="1582573"/>
                  <a:pt x="3306470" y="1585584"/>
                  <a:pt x="3329832" y="1587586"/>
                </a:cubicBezTo>
                <a:cubicBezTo>
                  <a:pt x="3361297" y="1589949"/>
                  <a:pt x="3391527" y="1594072"/>
                  <a:pt x="3421490" y="1599301"/>
                </a:cubicBezTo>
                <a:cubicBezTo>
                  <a:pt x="3434412" y="1606594"/>
                  <a:pt x="3447319" y="1613621"/>
                  <a:pt x="3459923" y="1621220"/>
                </a:cubicBezTo>
                <a:cubicBezTo>
                  <a:pt x="3472880" y="1629046"/>
                  <a:pt x="3485168" y="1636952"/>
                  <a:pt x="3497490" y="1645392"/>
                </a:cubicBezTo>
                <a:cubicBezTo>
                  <a:pt x="3506301" y="1651572"/>
                  <a:pt x="3516714" y="1656484"/>
                  <a:pt x="3507803" y="1669911"/>
                </a:cubicBezTo>
                <a:cubicBezTo>
                  <a:pt x="3503816" y="1676032"/>
                  <a:pt x="3534148" y="1702959"/>
                  <a:pt x="3543290" y="1703729"/>
                </a:cubicBezTo>
                <a:cubicBezTo>
                  <a:pt x="3544644" y="1703834"/>
                  <a:pt x="3545996" y="1703940"/>
                  <a:pt x="3546999" y="1703818"/>
                </a:cubicBezTo>
                <a:cubicBezTo>
                  <a:pt x="3566312" y="1700405"/>
                  <a:pt x="3571232" y="1708935"/>
                  <a:pt x="3572295" y="1720349"/>
                </a:cubicBezTo>
                <a:cubicBezTo>
                  <a:pt x="3573341" y="1731497"/>
                  <a:pt x="3570880" y="1745753"/>
                  <a:pt x="3596922" y="1736961"/>
                </a:cubicBezTo>
                <a:cubicBezTo>
                  <a:pt x="3599895" y="1736064"/>
                  <a:pt x="3600664" y="1737582"/>
                  <a:pt x="3602119" y="1739285"/>
                </a:cubicBezTo>
                <a:cubicBezTo>
                  <a:pt x="3633888" y="1783486"/>
                  <a:pt x="3684678" y="1814377"/>
                  <a:pt x="3734798" y="1845349"/>
                </a:cubicBezTo>
                <a:cubicBezTo>
                  <a:pt x="3737590" y="1846890"/>
                  <a:pt x="3740383" y="1848430"/>
                  <a:pt x="3743174" y="1849972"/>
                </a:cubicBezTo>
                <a:cubicBezTo>
                  <a:pt x="3692460" y="1846720"/>
                  <a:pt x="3526297" y="1854765"/>
                  <a:pt x="3478101" y="1864630"/>
                </a:cubicBezTo>
                <a:cubicBezTo>
                  <a:pt x="3435216" y="1873314"/>
                  <a:pt x="3187933" y="1844748"/>
                  <a:pt x="3135293" y="1816496"/>
                </a:cubicBezTo>
                <a:cubicBezTo>
                  <a:pt x="3129987" y="1844249"/>
                  <a:pt x="3145700" y="1853084"/>
                  <a:pt x="3158510" y="1863880"/>
                </a:cubicBezTo>
                <a:cubicBezTo>
                  <a:pt x="3176652" y="1879130"/>
                  <a:pt x="3180104" y="1891061"/>
                  <a:pt x="3148907" y="1908797"/>
                </a:cubicBezTo>
                <a:cubicBezTo>
                  <a:pt x="3059526" y="1959351"/>
                  <a:pt x="3060614" y="1960561"/>
                  <a:pt x="3150229" y="2003660"/>
                </a:cubicBezTo>
                <a:cubicBezTo>
                  <a:pt x="3154391" y="2005572"/>
                  <a:pt x="3152878" y="2013539"/>
                  <a:pt x="3154219" y="2018746"/>
                </a:cubicBezTo>
                <a:cubicBezTo>
                  <a:pt x="3132340" y="2029448"/>
                  <a:pt x="3104621" y="2011868"/>
                  <a:pt x="3079313" y="2037482"/>
                </a:cubicBezTo>
                <a:cubicBezTo>
                  <a:pt x="3200844" y="2121812"/>
                  <a:pt x="3382216" y="2194063"/>
                  <a:pt x="3545961" y="2248584"/>
                </a:cubicBezTo>
                <a:cubicBezTo>
                  <a:pt x="3418859" y="2288406"/>
                  <a:pt x="3336249" y="2212515"/>
                  <a:pt x="3242382" y="2234890"/>
                </a:cubicBezTo>
                <a:cubicBezTo>
                  <a:pt x="3196963" y="2267233"/>
                  <a:pt x="3340047" y="2293389"/>
                  <a:pt x="3206852" y="2322137"/>
                </a:cubicBezTo>
                <a:cubicBezTo>
                  <a:pt x="3266485" y="2338535"/>
                  <a:pt x="3311047" y="2356223"/>
                  <a:pt x="3352854" y="2378270"/>
                </a:cubicBezTo>
                <a:cubicBezTo>
                  <a:pt x="3427094" y="2417864"/>
                  <a:pt x="3443161" y="2448130"/>
                  <a:pt x="3414532" y="2516826"/>
                </a:cubicBezTo>
                <a:cubicBezTo>
                  <a:pt x="3395525" y="2562076"/>
                  <a:pt x="3366606" y="2605038"/>
                  <a:pt x="3397577" y="2652556"/>
                </a:cubicBezTo>
                <a:cubicBezTo>
                  <a:pt x="3418842" y="2685144"/>
                  <a:pt x="3412947" y="2708944"/>
                  <a:pt x="3339773" y="2701969"/>
                </a:cubicBezTo>
                <a:cubicBezTo>
                  <a:pt x="3260852" y="2694617"/>
                  <a:pt x="3233446" y="2729610"/>
                  <a:pt x="3257041" y="2788223"/>
                </a:cubicBezTo>
                <a:cubicBezTo>
                  <a:pt x="3272229" y="2825841"/>
                  <a:pt x="3259642" y="2839714"/>
                  <a:pt x="3205892" y="2841661"/>
                </a:cubicBezTo>
                <a:cubicBezTo>
                  <a:pt x="3146428" y="2843763"/>
                  <a:pt x="3088665" y="2824990"/>
                  <a:pt x="3016267" y="2846107"/>
                </a:cubicBezTo>
                <a:cubicBezTo>
                  <a:pt x="3079284" y="2910414"/>
                  <a:pt x="3202965" y="2875032"/>
                  <a:pt x="3275450" y="2934701"/>
                </a:cubicBezTo>
                <a:cubicBezTo>
                  <a:pt x="3194271" y="2944802"/>
                  <a:pt x="3132104" y="2952064"/>
                  <a:pt x="3071009" y="2944432"/>
                </a:cubicBezTo>
                <a:cubicBezTo>
                  <a:pt x="3045559" y="2941340"/>
                  <a:pt x="3017770" y="2938533"/>
                  <a:pt x="3005039" y="2960743"/>
                </a:cubicBezTo>
                <a:cubicBezTo>
                  <a:pt x="2989910" y="2987540"/>
                  <a:pt x="3024584" y="2992735"/>
                  <a:pt x="3045255" y="2994795"/>
                </a:cubicBezTo>
                <a:cubicBezTo>
                  <a:pt x="3103524" y="3000354"/>
                  <a:pt x="3149512" y="3024578"/>
                  <a:pt x="3198769" y="3041966"/>
                </a:cubicBezTo>
                <a:cubicBezTo>
                  <a:pt x="3306591" y="3080177"/>
                  <a:pt x="3424230" y="3108608"/>
                  <a:pt x="3518098" y="3181525"/>
                </a:cubicBezTo>
                <a:cubicBezTo>
                  <a:pt x="3405474" y="3173693"/>
                  <a:pt x="3319103" y="3133957"/>
                  <a:pt x="3214876" y="3136382"/>
                </a:cubicBezTo>
                <a:cubicBezTo>
                  <a:pt x="3309623" y="3201944"/>
                  <a:pt x="3428070" y="3237794"/>
                  <a:pt x="3540876" y="3280232"/>
                </a:cubicBezTo>
                <a:cubicBezTo>
                  <a:pt x="3572951" y="3292185"/>
                  <a:pt x="3605372" y="3298995"/>
                  <a:pt x="3614558" y="3332242"/>
                </a:cubicBezTo>
                <a:cubicBezTo>
                  <a:pt x="3632460" y="3396643"/>
                  <a:pt x="3676382" y="3446619"/>
                  <a:pt x="3765439" y="3465091"/>
                </a:cubicBezTo>
                <a:cubicBezTo>
                  <a:pt x="3766125" y="3465276"/>
                  <a:pt x="3762072" y="3475699"/>
                  <a:pt x="3759506" y="3482990"/>
                </a:cubicBezTo>
                <a:cubicBezTo>
                  <a:pt x="3706514" y="3491555"/>
                  <a:pt x="3662256" y="3457457"/>
                  <a:pt x="3594905" y="3478499"/>
                </a:cubicBezTo>
                <a:cubicBezTo>
                  <a:pt x="3663098" y="3523656"/>
                  <a:pt x="3720597" y="3564741"/>
                  <a:pt x="3814430" y="3578876"/>
                </a:cubicBezTo>
                <a:cubicBezTo>
                  <a:pt x="3889563" y="3590177"/>
                  <a:pt x="3981512" y="3590582"/>
                  <a:pt x="4039126" y="3649369"/>
                </a:cubicBezTo>
                <a:cubicBezTo>
                  <a:pt x="3977790" y="3669682"/>
                  <a:pt x="3930328" y="3659325"/>
                  <a:pt x="3883152" y="3653497"/>
                </a:cubicBezTo>
                <a:cubicBezTo>
                  <a:pt x="3810528" y="3644576"/>
                  <a:pt x="3739087" y="3633097"/>
                  <a:pt x="3666446" y="3623911"/>
                </a:cubicBezTo>
                <a:cubicBezTo>
                  <a:pt x="3638957" y="3620530"/>
                  <a:pt x="3608896" y="3619071"/>
                  <a:pt x="3593589" y="3653674"/>
                </a:cubicBezTo>
                <a:cubicBezTo>
                  <a:pt x="3684581" y="3649631"/>
                  <a:pt x="3741824" y="3686720"/>
                  <a:pt x="3801238" y="3720862"/>
                </a:cubicBezTo>
                <a:cubicBezTo>
                  <a:pt x="3834791" y="3740152"/>
                  <a:pt x="3862819" y="3767894"/>
                  <a:pt x="3919545" y="3749213"/>
                </a:cubicBezTo>
                <a:cubicBezTo>
                  <a:pt x="3949563" y="3739403"/>
                  <a:pt x="3970044" y="3754371"/>
                  <a:pt x="3968059" y="3776085"/>
                </a:cubicBezTo>
                <a:cubicBezTo>
                  <a:pt x="3961477" y="3852579"/>
                  <a:pt x="4033657" y="3870411"/>
                  <a:pt x="4107750" y="3875932"/>
                </a:cubicBezTo>
                <a:cubicBezTo>
                  <a:pt x="4247829" y="3886613"/>
                  <a:pt x="4367192" y="3936847"/>
                  <a:pt x="4504087" y="3955698"/>
                </a:cubicBezTo>
                <a:cubicBezTo>
                  <a:pt x="4637239" y="3973931"/>
                  <a:pt x="5630348" y="4013091"/>
                  <a:pt x="5880284" y="3998656"/>
                </a:cubicBezTo>
                <a:cubicBezTo>
                  <a:pt x="7409751" y="3910310"/>
                  <a:pt x="8457142" y="3018967"/>
                  <a:pt x="8461494" y="3007971"/>
                </a:cubicBezTo>
                <a:cubicBezTo>
                  <a:pt x="8481448" y="2956432"/>
                  <a:pt x="8537247" y="2928466"/>
                  <a:pt x="8587378" y="2896089"/>
                </a:cubicBezTo>
                <a:cubicBezTo>
                  <a:pt x="8631032" y="2867717"/>
                  <a:pt x="8677604" y="2837649"/>
                  <a:pt x="8693826" y="2796225"/>
                </a:cubicBezTo>
                <a:cubicBezTo>
                  <a:pt x="8715249" y="2741288"/>
                  <a:pt x="8647790" y="2792407"/>
                  <a:pt x="8633488" y="2774007"/>
                </a:cubicBezTo>
                <a:cubicBezTo>
                  <a:pt x="8658507" y="2743865"/>
                  <a:pt x="8698366" y="2714075"/>
                  <a:pt x="8707444" y="2682105"/>
                </a:cubicBezTo>
                <a:cubicBezTo>
                  <a:pt x="8739824" y="2566518"/>
                  <a:pt x="8819561" y="2475526"/>
                  <a:pt x="8942552" y="2397549"/>
                </a:cubicBezTo>
                <a:cubicBezTo>
                  <a:pt x="8977822" y="2375023"/>
                  <a:pt x="8999812" y="2339612"/>
                  <a:pt x="9049260" y="2328253"/>
                </a:cubicBezTo>
                <a:cubicBezTo>
                  <a:pt x="9159134" y="2303404"/>
                  <a:pt x="9118356" y="2218151"/>
                  <a:pt x="9174304" y="2171379"/>
                </a:cubicBezTo>
                <a:cubicBezTo>
                  <a:pt x="9179581" y="2166982"/>
                  <a:pt x="9181728" y="2117398"/>
                  <a:pt x="9182228" y="2067678"/>
                </a:cubicBezTo>
                <a:lnTo>
                  <a:pt x="9182278" y="2047313"/>
                </a:lnTo>
                <a:lnTo>
                  <a:pt x="9184334" y="2047686"/>
                </a:lnTo>
                <a:cubicBezTo>
                  <a:pt x="9192950" y="2042242"/>
                  <a:pt x="9192359" y="2022485"/>
                  <a:pt x="9185124" y="1997142"/>
                </a:cubicBezTo>
                <a:lnTo>
                  <a:pt x="9181592" y="1987782"/>
                </a:lnTo>
                <a:lnTo>
                  <a:pt x="9181190" y="1974586"/>
                </a:lnTo>
                <a:cubicBezTo>
                  <a:pt x="9180902" y="1968441"/>
                  <a:pt x="9180584" y="1964399"/>
                  <a:pt x="9180252" y="1963164"/>
                </a:cubicBezTo>
                <a:cubicBezTo>
                  <a:pt x="9179760" y="1961378"/>
                  <a:pt x="9179284" y="1962333"/>
                  <a:pt x="9178804" y="1965349"/>
                </a:cubicBezTo>
                <a:lnTo>
                  <a:pt x="9177606" y="1977215"/>
                </a:lnTo>
                <a:lnTo>
                  <a:pt x="9169614" y="1956030"/>
                </a:lnTo>
                <a:cubicBezTo>
                  <a:pt x="9143144" y="1898537"/>
                  <a:pt x="9095234" y="1836160"/>
                  <a:pt x="9046406" y="1838718"/>
                </a:cubicBezTo>
                <a:cubicBezTo>
                  <a:pt x="9077129" y="1760642"/>
                  <a:pt x="9077129" y="1760642"/>
                  <a:pt x="8960873" y="1764524"/>
                </a:cubicBezTo>
                <a:cubicBezTo>
                  <a:pt x="9002330" y="1712259"/>
                  <a:pt x="9001568" y="1700272"/>
                  <a:pt x="8946755" y="1690806"/>
                </a:cubicBezTo>
                <a:cubicBezTo>
                  <a:pt x="8893980" y="1681628"/>
                  <a:pt x="8836186" y="1683529"/>
                  <a:pt x="8786897" y="1665607"/>
                </a:cubicBezTo>
                <a:cubicBezTo>
                  <a:pt x="8827191" y="1600331"/>
                  <a:pt x="8835148" y="1529576"/>
                  <a:pt x="8924505" y="1489227"/>
                </a:cubicBezTo>
                <a:cubicBezTo>
                  <a:pt x="8938584" y="1482958"/>
                  <a:pt x="8947122" y="1463671"/>
                  <a:pt x="8937122" y="1454681"/>
                </a:cubicBezTo>
                <a:cubicBezTo>
                  <a:pt x="8901654" y="1421129"/>
                  <a:pt x="8944526" y="1343460"/>
                  <a:pt x="8841119" y="1348202"/>
                </a:cubicBezTo>
                <a:cubicBezTo>
                  <a:pt x="8828354" y="1348673"/>
                  <a:pt x="8816185" y="1342631"/>
                  <a:pt x="8825548" y="1331028"/>
                </a:cubicBezTo>
                <a:cubicBezTo>
                  <a:pt x="8857711" y="1291432"/>
                  <a:pt x="8816096" y="1298887"/>
                  <a:pt x="8790413" y="1297436"/>
                </a:cubicBezTo>
                <a:cubicBezTo>
                  <a:pt x="8759333" y="1295832"/>
                  <a:pt x="8725565" y="1315490"/>
                  <a:pt x="8695944" y="1299752"/>
                </a:cubicBezTo>
                <a:cubicBezTo>
                  <a:pt x="8701338" y="1278697"/>
                  <a:pt x="8726082" y="1275968"/>
                  <a:pt x="8743050" y="1267471"/>
                </a:cubicBezTo>
                <a:cubicBezTo>
                  <a:pt x="8792636" y="1242406"/>
                  <a:pt x="8832648" y="1215014"/>
                  <a:pt x="8831902" y="1166250"/>
                </a:cubicBezTo>
                <a:cubicBezTo>
                  <a:pt x="8831416" y="1126849"/>
                  <a:pt x="8834560" y="1091573"/>
                  <a:pt x="8763628" y="1088084"/>
                </a:cubicBezTo>
                <a:cubicBezTo>
                  <a:pt x="8752484" y="1087556"/>
                  <a:pt x="8746480" y="1083182"/>
                  <a:pt x="8744052" y="1076766"/>
                </a:cubicBezTo>
                <a:cubicBezTo>
                  <a:pt x="8751664" y="1069402"/>
                  <a:pt x="8758926" y="1061811"/>
                  <a:pt x="8767977" y="1055883"/>
                </a:cubicBezTo>
                <a:cubicBezTo>
                  <a:pt x="8798386" y="1036363"/>
                  <a:pt x="8807604" y="1011893"/>
                  <a:pt x="8815418" y="986519"/>
                </a:cubicBezTo>
                <a:cubicBezTo>
                  <a:pt x="8820450" y="970342"/>
                  <a:pt x="8826500" y="954308"/>
                  <a:pt x="8839356" y="939330"/>
                </a:cubicBezTo>
                <a:cubicBezTo>
                  <a:pt x="8847184" y="930060"/>
                  <a:pt x="8857152" y="922680"/>
                  <a:pt x="8869964" y="917639"/>
                </a:cubicBezTo>
                <a:cubicBezTo>
                  <a:pt x="8881119" y="913066"/>
                  <a:pt x="8884190" y="908399"/>
                  <a:pt x="8876013" y="901606"/>
                </a:cubicBezTo>
                <a:cubicBezTo>
                  <a:pt x="8852888" y="882126"/>
                  <a:pt x="8842659" y="858937"/>
                  <a:pt x="8855230" y="828963"/>
                </a:cubicBezTo>
                <a:cubicBezTo>
                  <a:pt x="8859032" y="819911"/>
                  <a:pt x="8855550" y="812818"/>
                  <a:pt x="8844988" y="810876"/>
                </a:cubicBezTo>
                <a:cubicBezTo>
                  <a:pt x="8801020" y="802512"/>
                  <a:pt x="8788328" y="772374"/>
                  <a:pt x="8768255" y="747963"/>
                </a:cubicBezTo>
                <a:cubicBezTo>
                  <a:pt x="8739786" y="713294"/>
                  <a:pt x="8713605" y="677543"/>
                  <a:pt x="8692953" y="638707"/>
                </a:cubicBezTo>
                <a:cubicBezTo>
                  <a:pt x="8680700" y="615495"/>
                  <a:pt x="8668800" y="592509"/>
                  <a:pt x="8674423" y="564449"/>
                </a:cubicBezTo>
                <a:cubicBezTo>
                  <a:pt x="8675670" y="557588"/>
                  <a:pt x="8672308" y="552358"/>
                  <a:pt x="8667642" y="547822"/>
                </a:cubicBezTo>
                <a:cubicBezTo>
                  <a:pt x="8647856" y="527939"/>
                  <a:pt x="8648704" y="504214"/>
                  <a:pt x="8661198" y="478275"/>
                </a:cubicBezTo>
                <a:cubicBezTo>
                  <a:pt x="8668953" y="462573"/>
                  <a:pt x="8667832" y="460828"/>
                  <a:pt x="8645813" y="464032"/>
                </a:cubicBezTo>
                <a:cubicBezTo>
                  <a:pt x="8601088" y="470255"/>
                  <a:pt x="8556732" y="476969"/>
                  <a:pt x="8512338" y="477784"/>
                </a:cubicBezTo>
                <a:cubicBezTo>
                  <a:pt x="8462562" y="478712"/>
                  <a:pt x="8445778" y="468934"/>
                  <a:pt x="8481050" y="430572"/>
                </a:cubicBezTo>
                <a:cubicBezTo>
                  <a:pt x="8488612" y="422408"/>
                  <a:pt x="8495122" y="413567"/>
                  <a:pt x="8498220" y="404064"/>
                </a:cubicBezTo>
                <a:cubicBezTo>
                  <a:pt x="8500436" y="396549"/>
                  <a:pt x="8497776" y="391771"/>
                  <a:pt x="8489536" y="38928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4063296"/>
            <a:ext cx="6858000" cy="1152663"/>
          </a:xfrm>
        </p:spPr>
        <p:txBody>
          <a:bodyPr vert="horz" lIns="91440" tIns="45720" rIns="91440" bIns="45720" rtlCol="0" anchor="ctr" anchorCtr="1">
            <a:normAutofit/>
          </a:bodyPr>
          <a:lstStyle/>
          <a:p>
            <a:pPr algn="ctr">
              <a:defRPr/>
            </a:pPr>
            <a:r>
              <a:rPr lang="en-US" altLang="pt-PT" sz="3800" kern="1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LINHA DE FLUXO</a:t>
            </a:r>
          </a:p>
        </p:txBody>
      </p:sp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9481E70D-71E3-3CE7-2475-B95A39449DEE}"/>
              </a:ext>
            </a:extLst>
          </p:cNvPr>
          <p:cNvSpPr/>
          <p:nvPr/>
        </p:nvSpPr>
        <p:spPr>
          <a:xfrm>
            <a:off x="3280833" y="2222499"/>
            <a:ext cx="2952750" cy="518583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2589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9789" name="Rectangle 329788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791" name="Right Triangle 32979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9793" name="Rectangle 32979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23900" y="1383528"/>
            <a:ext cx="4444491" cy="316751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algn="r">
              <a:defRPr/>
            </a:pPr>
            <a:r>
              <a:rPr lang="en-US" altLang="pt-PT" sz="4600" kern="1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PROCESSAMENTO INTERNO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7AF8FA0-678A-6E84-926E-52FBB863649D}"/>
              </a:ext>
            </a:extLst>
          </p:cNvPr>
          <p:cNvSpPr/>
          <p:nvPr/>
        </p:nvSpPr>
        <p:spPr>
          <a:xfrm>
            <a:off x="6011333" y="3143249"/>
            <a:ext cx="2254250" cy="77258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22697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9805" name="Rectangle 329797">
            <a:extLst>
              <a:ext uri="{FF2B5EF4-FFF2-40B4-BE49-F238E27FC236}">
                <a16:creationId xmlns:a16="http://schemas.microsoft.com/office/drawing/2014/main" id="{7DD77B92-CB36-4B20-A59A-59625E0F0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vert="horz" lIns="91440" tIns="45720" rIns="91440" bIns="45720" rtlCol="0" anchor="t" anchorCtr="1">
            <a:normAutofit/>
          </a:bodyPr>
          <a:lstStyle/>
          <a:p>
            <a:pPr>
              <a:defRPr/>
            </a:pPr>
            <a:r>
              <a:rPr lang="en-US" altLang="pt-PT" sz="3600">
                <a:effectLst>
                  <a:outerShdw blurRad="38100" dist="38100" dir="2700000" algn="tl">
                    <a:srgbClr val="C0C0C0"/>
                  </a:outerShdw>
                </a:effectLst>
                <a:cs typeface="Calibri Light"/>
              </a:rPr>
              <a:t>COMENTÁRIO</a:t>
            </a:r>
            <a:endParaRPr lang="en-US" altLang="pt-PT" sz="3600" kern="1200"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Calibri Light"/>
            </a:endParaRPr>
          </a:p>
        </p:txBody>
      </p:sp>
      <p:grpSp>
        <p:nvGrpSpPr>
          <p:cNvPr id="329806" name="Group 32979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329801" name="Rectangle 32980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9807" name="Straight Connector 32980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9804" name="Rectangle 32980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0DAACF7B-FE0B-6F6B-C008-25853D12AC03}"/>
              </a:ext>
            </a:extLst>
          </p:cNvPr>
          <p:cNvGrpSpPr/>
          <p:nvPr/>
        </p:nvGrpSpPr>
        <p:grpSpPr>
          <a:xfrm>
            <a:off x="4838097" y="2884030"/>
            <a:ext cx="2683880" cy="1270040"/>
            <a:chOff x="2410463" y="2294328"/>
            <a:chExt cx="2015090" cy="1010652"/>
          </a:xfrm>
        </p:grpSpPr>
        <p:cxnSp>
          <p:nvCxnSpPr>
            <p:cNvPr id="2" name="Conexão reta unidirecional 1">
              <a:extLst>
                <a:ext uri="{FF2B5EF4-FFF2-40B4-BE49-F238E27FC236}">
                  <a16:creationId xmlns:a16="http://schemas.microsoft.com/office/drawing/2014/main" id="{C6CA1081-1246-7014-7FE2-F11284036673}"/>
                </a:ext>
              </a:extLst>
            </p:cNvPr>
            <p:cNvCxnSpPr/>
            <p:nvPr/>
          </p:nvCxnSpPr>
          <p:spPr>
            <a:xfrm flipV="1">
              <a:off x="3409348" y="2306189"/>
              <a:ext cx="1016205" cy="11106"/>
            </a:xfrm>
            <a:prstGeom prst="straightConnector1">
              <a:avLst/>
            </a:prstGeom>
            <a:solidFill>
              <a:schemeClr val="tx1"/>
            </a:solidFill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exão reta unidirecional 3">
              <a:extLst>
                <a:ext uri="{FF2B5EF4-FFF2-40B4-BE49-F238E27FC236}">
                  <a16:creationId xmlns:a16="http://schemas.microsoft.com/office/drawing/2014/main" id="{95533B09-980D-C8C9-DD42-4AA5D955A3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7781" y="3266648"/>
              <a:ext cx="1016205" cy="11106"/>
            </a:xfrm>
            <a:prstGeom prst="straightConnector1">
              <a:avLst/>
            </a:prstGeom>
            <a:solidFill>
              <a:schemeClr val="tx1"/>
            </a:solidFill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exão reta unidirecional 4">
              <a:extLst>
                <a:ext uri="{FF2B5EF4-FFF2-40B4-BE49-F238E27FC236}">
                  <a16:creationId xmlns:a16="http://schemas.microsoft.com/office/drawing/2014/main" id="{5EF36058-E94D-1B3B-5A2D-78CCE492BB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1413" y="2294328"/>
              <a:ext cx="25914" cy="1010652"/>
            </a:xfrm>
            <a:prstGeom prst="straightConnector1">
              <a:avLst/>
            </a:prstGeom>
            <a:solidFill>
              <a:schemeClr val="tx1"/>
            </a:solidFill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xão reta unidirecional 5">
              <a:extLst>
                <a:ext uri="{FF2B5EF4-FFF2-40B4-BE49-F238E27FC236}">
                  <a16:creationId xmlns:a16="http://schemas.microsoft.com/office/drawing/2014/main" id="{0B0A9F49-E41E-836C-2D84-DC8F440FA5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0463" y="2771697"/>
              <a:ext cx="1016205" cy="11106"/>
            </a:xfrm>
            <a:prstGeom prst="straightConnector1">
              <a:avLst/>
            </a:prstGeom>
            <a:solidFill>
              <a:schemeClr val="tx1"/>
            </a:solidFill>
            <a:ln w="571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3103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4F16FA-CF27-606F-D77C-848E2A9C4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9802" name="Rectangle 329801">
            <a:extLst>
              <a:ext uri="{FF2B5EF4-FFF2-40B4-BE49-F238E27FC236}">
                <a16:creationId xmlns:a16="http://schemas.microsoft.com/office/drawing/2014/main" id="{3F8FAC5B-C9F7-C76D-1DCB-DE31A1608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804" name="Right Triangle 329803">
            <a:extLst>
              <a:ext uri="{FF2B5EF4-FFF2-40B4-BE49-F238E27FC236}">
                <a16:creationId xmlns:a16="http://schemas.microsoft.com/office/drawing/2014/main" id="{843BB0E6-44F1-62EA-0254-25C58662E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9806" name="Rectangle 329805">
            <a:extLst>
              <a:ext uri="{FF2B5EF4-FFF2-40B4-BE49-F238E27FC236}">
                <a16:creationId xmlns:a16="http://schemas.microsoft.com/office/drawing/2014/main" id="{0CBA8CE8-C0EA-D89D-AD5D-D1948790F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730" name="Rectangle 2">
            <a:extLst>
              <a:ext uri="{FF2B5EF4-FFF2-40B4-BE49-F238E27FC236}">
                <a16:creationId xmlns:a16="http://schemas.microsoft.com/office/drawing/2014/main" id="{A2D80266-6436-5DAD-6C43-F0866D242E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3900" y="1036674"/>
            <a:ext cx="2766822" cy="3514364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algn="r">
              <a:defRPr/>
            </a:pPr>
            <a:r>
              <a:rPr lang="en-US" altLang="pt-PT" sz="5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JUNÇÃO DE FLUXOS</a:t>
            </a:r>
            <a:endParaRPr lang="en-US" altLang="pt-PT" sz="5400" dirty="0">
              <a:effectLst>
                <a:outerShdw blurRad="38100" dist="38100" dir="2700000" algn="tl">
                  <a:srgbClr val="C0C0C0"/>
                </a:outerShdw>
              </a:effectLst>
              <a:ea typeface="Calibri Light"/>
              <a:cs typeface="Calibri Light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B4B26C7-58C9-F828-AF3F-86AB29D4BFD0}"/>
              </a:ext>
            </a:extLst>
          </p:cNvPr>
          <p:cNvSpPr/>
          <p:nvPr/>
        </p:nvSpPr>
        <p:spPr>
          <a:xfrm>
            <a:off x="6096000" y="2984499"/>
            <a:ext cx="285750" cy="29633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49898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9802" name="Rectangle 329801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804" name="Right Triangle 329803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9806" name="Rectangle 329805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23900" y="1036674"/>
            <a:ext cx="2766822" cy="3514364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algn="r">
              <a:defRPr/>
            </a:pPr>
            <a:r>
              <a:rPr lang="en-US" altLang="pt-PT" sz="5400" kern="1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DECISÃO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Losango 1">
            <a:extLst>
              <a:ext uri="{FF2B5EF4-FFF2-40B4-BE49-F238E27FC236}">
                <a16:creationId xmlns:a16="http://schemas.microsoft.com/office/drawing/2014/main" id="{C10389E8-A542-1241-A230-E458CAC38EC9}"/>
              </a:ext>
            </a:extLst>
          </p:cNvPr>
          <p:cNvSpPr/>
          <p:nvPr/>
        </p:nvSpPr>
        <p:spPr>
          <a:xfrm>
            <a:off x="5291667" y="2592917"/>
            <a:ext cx="2063750" cy="1957916"/>
          </a:xfrm>
          <a:prstGeom prst="diamond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39727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9815" name="Rectangle 329814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817" name="Freeform: Shape 329816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8496" y="323519"/>
            <a:ext cx="3242924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9819" name="Right Triangle 32981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9821" name="Rectangle 329820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21969" y="806364"/>
            <a:ext cx="2515977" cy="2847413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>
              <a:defRPr/>
            </a:pPr>
            <a:r>
              <a:rPr lang="en-US" altLang="pt-PT" sz="4200" kern="1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SELEÇÃO MÚLTLIPA</a:t>
            </a:r>
          </a:p>
        </p:txBody>
      </p:sp>
      <p:sp>
        <p:nvSpPr>
          <p:cNvPr id="3" name="Hexágono 2">
            <a:extLst>
              <a:ext uri="{FF2B5EF4-FFF2-40B4-BE49-F238E27FC236}">
                <a16:creationId xmlns:a16="http://schemas.microsoft.com/office/drawing/2014/main" id="{6AEEB335-55A8-85E1-507E-C221778AC0F3}"/>
              </a:ext>
            </a:extLst>
          </p:cNvPr>
          <p:cNvSpPr/>
          <p:nvPr/>
        </p:nvSpPr>
        <p:spPr>
          <a:xfrm>
            <a:off x="2159000" y="2656417"/>
            <a:ext cx="2021416" cy="1545166"/>
          </a:xfrm>
          <a:prstGeom prst="hexagon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7393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9815" name="Rectangle 329814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817" name="Right Triangle 329816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9819" name="Rectangle 329818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23900" y="1383528"/>
            <a:ext cx="4444491" cy="316751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algn="r">
              <a:defRPr/>
            </a:pPr>
            <a:r>
              <a:rPr lang="en-US" altLang="pt-PT" sz="6500" kern="1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SUB-ALGORITMO</a:t>
            </a:r>
          </a:p>
        </p:txBody>
      </p:sp>
      <p:sp>
        <p:nvSpPr>
          <p:cNvPr id="2" name="Fluxograma: Processo Predefinido 1">
            <a:extLst>
              <a:ext uri="{FF2B5EF4-FFF2-40B4-BE49-F238E27FC236}">
                <a16:creationId xmlns:a16="http://schemas.microsoft.com/office/drawing/2014/main" id="{1335C99B-B1FC-C2CA-4EE3-339FFE0A4EB0}"/>
              </a:ext>
            </a:extLst>
          </p:cNvPr>
          <p:cNvSpPr/>
          <p:nvPr/>
        </p:nvSpPr>
        <p:spPr>
          <a:xfrm>
            <a:off x="5905499" y="3111499"/>
            <a:ext cx="2360083" cy="994833"/>
          </a:xfrm>
          <a:prstGeom prst="flowChartPredefinedProcess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76433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F561DB4-4E07-7070-2EE5-3A0108382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40430"/>
            <a:ext cx="3184071" cy="22063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Fluxogramas no </a:t>
            </a: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  <a:hlinkClick r:id="rId3"/>
              </a:rPr>
              <a:t>draw.io</a:t>
            </a: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AF1E5E62-9EB9-408E-AE53-A04A4C811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440464" cy="2130951"/>
          </a:xfrm>
          <a:custGeom>
            <a:avLst/>
            <a:gdLst>
              <a:gd name="connsiteX0" fmla="*/ 0 w 5920619"/>
              <a:gd name="connsiteY0" fmla="*/ 0 h 2130951"/>
              <a:gd name="connsiteX1" fmla="*/ 3191370 w 5920619"/>
              <a:gd name="connsiteY1" fmla="*/ 0 h 2130951"/>
              <a:gd name="connsiteX2" fmla="*/ 3346315 w 5920619"/>
              <a:gd name="connsiteY2" fmla="*/ 0 h 2130951"/>
              <a:gd name="connsiteX3" fmla="*/ 5920619 w 5920619"/>
              <a:gd name="connsiteY3" fmla="*/ 0 h 2130951"/>
              <a:gd name="connsiteX4" fmla="*/ 4936971 w 5920619"/>
              <a:gd name="connsiteY4" fmla="*/ 2130951 h 2130951"/>
              <a:gd name="connsiteX5" fmla="*/ 0 w 5920619"/>
              <a:gd name="connsiteY5" fmla="*/ 2130951 h 2130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0619" h="2130951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Multimédia Online 1" title="Learn how to diagram with draw.io with this quick start tutorial">
            <a:hlinkClick r:id="" action="ppaction://media"/>
            <a:extLst>
              <a:ext uri="{FF2B5EF4-FFF2-40B4-BE49-F238E27FC236}">
                <a16:creationId xmlns:a16="http://schemas.microsoft.com/office/drawing/2014/main" id="{67E4598E-979B-6243-61AD-C00FC4D4B1D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563836" y="1726440"/>
            <a:ext cx="4100104" cy="2316558"/>
          </a:xfrm>
          <a:prstGeom prst="rect">
            <a:avLst/>
          </a:prstGeom>
        </p:spPr>
      </p:pic>
      <p:sp>
        <p:nvSpPr>
          <p:cNvPr id="27" name="Freeform 7">
            <a:extLst>
              <a:ext uri="{FF2B5EF4-FFF2-40B4-BE49-F238E27FC236}">
                <a16:creationId xmlns:a16="http://schemas.microsoft.com/office/drawing/2014/main" id="{9C5704B2-7C5B-4738-AF0D-4A2756A6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0107" y="4683319"/>
            <a:ext cx="4443893" cy="2174681"/>
          </a:xfrm>
          <a:custGeom>
            <a:avLst/>
            <a:gdLst>
              <a:gd name="connsiteX0" fmla="*/ 1007162 w 5925190"/>
              <a:gd name="connsiteY0" fmla="*/ 0 h 2174681"/>
              <a:gd name="connsiteX1" fmla="*/ 5925190 w 5925190"/>
              <a:gd name="connsiteY1" fmla="*/ 0 h 2174681"/>
              <a:gd name="connsiteX2" fmla="*/ 5925190 w 5925190"/>
              <a:gd name="connsiteY2" fmla="*/ 2174681 h 2174681"/>
              <a:gd name="connsiteX3" fmla="*/ 0 w 5925190"/>
              <a:gd name="connsiteY3" fmla="*/ 2174681 h 2174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2174681">
                <a:moveTo>
                  <a:pt x="1007162" y="0"/>
                </a:moveTo>
                <a:lnTo>
                  <a:pt x="5925190" y="0"/>
                </a:lnTo>
                <a:lnTo>
                  <a:pt x="5925190" y="2174681"/>
                </a:lnTo>
                <a:lnTo>
                  <a:pt x="0" y="217468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 6">
            <a:extLst>
              <a:ext uri="{FF2B5EF4-FFF2-40B4-BE49-F238E27FC236}">
                <a16:creationId xmlns:a16="http://schemas.microsoft.com/office/drawing/2014/main" id="{DFB36DC4-A410-4DF1-8453-1D85743F5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3319"/>
            <a:ext cx="5319666" cy="2174681"/>
          </a:xfrm>
          <a:custGeom>
            <a:avLst/>
            <a:gdLst>
              <a:gd name="connsiteX0" fmla="*/ 0 w 7092887"/>
              <a:gd name="connsiteY0" fmla="*/ 0 h 2174681"/>
              <a:gd name="connsiteX1" fmla="*/ 7092887 w 7092887"/>
              <a:gd name="connsiteY1" fmla="*/ 0 h 2174681"/>
              <a:gd name="connsiteX2" fmla="*/ 6085725 w 7092887"/>
              <a:gd name="connsiteY2" fmla="*/ 2174681 h 2174681"/>
              <a:gd name="connsiteX3" fmla="*/ 1524000 w 7092887"/>
              <a:gd name="connsiteY3" fmla="*/ 2174681 h 2174681"/>
              <a:gd name="connsiteX4" fmla="*/ 1200418 w 7092887"/>
              <a:gd name="connsiteY4" fmla="*/ 2174681 h 2174681"/>
              <a:gd name="connsiteX5" fmla="*/ 0 w 7092887"/>
              <a:gd name="connsiteY5" fmla="*/ 2174681 h 2174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92887" h="2174681">
                <a:moveTo>
                  <a:pt x="0" y="0"/>
                </a:moveTo>
                <a:lnTo>
                  <a:pt x="7092887" y="0"/>
                </a:lnTo>
                <a:lnTo>
                  <a:pt x="6085725" y="2174681"/>
                </a:lnTo>
                <a:lnTo>
                  <a:pt x="1524000" y="2174681"/>
                </a:lnTo>
                <a:lnTo>
                  <a:pt x="1200418" y="2174681"/>
                </a:lnTo>
                <a:lnTo>
                  <a:pt x="0" y="2174681"/>
                </a:lnTo>
                <a:close/>
              </a:path>
            </a:pathLst>
          </a:custGeom>
          <a:solidFill>
            <a:srgbClr val="B2B2B2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07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Marcador de Posição de Conteúdo 15">
            <a:extLst>
              <a:ext uri="{FF2B5EF4-FFF2-40B4-BE49-F238E27FC236}">
                <a16:creationId xmlns:a16="http://schemas.microsoft.com/office/drawing/2014/main" id="{D09A926E-7197-8FDA-498D-95C1D1E79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165" y="931058"/>
            <a:ext cx="1936122" cy="4964416"/>
          </a:xfrm>
          <a:prstGeom prst="rect">
            <a:avLst/>
          </a:prstGeom>
        </p:spPr>
      </p:pic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B9A1D9BC-1455-4308-9ABD-A3F8EDB67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2051" y="320442"/>
            <a:ext cx="4929369" cy="6212748"/>
          </a:xfrm>
          <a:custGeom>
            <a:avLst/>
            <a:gdLst>
              <a:gd name="connsiteX0" fmla="*/ 0 w 6572492"/>
              <a:gd name="connsiteY0" fmla="*/ 0 h 6212748"/>
              <a:gd name="connsiteX1" fmla="*/ 2248593 w 6572492"/>
              <a:gd name="connsiteY1" fmla="*/ 0 h 6212748"/>
              <a:gd name="connsiteX2" fmla="*/ 2694770 w 6572492"/>
              <a:gd name="connsiteY2" fmla="*/ 0 h 6212748"/>
              <a:gd name="connsiteX3" fmla="*/ 2991094 w 6572492"/>
              <a:gd name="connsiteY3" fmla="*/ 0 h 6212748"/>
              <a:gd name="connsiteX4" fmla="*/ 6572492 w 6572492"/>
              <a:gd name="connsiteY4" fmla="*/ 0 h 6212748"/>
              <a:gd name="connsiteX5" fmla="*/ 6572492 w 6572492"/>
              <a:gd name="connsiteY5" fmla="*/ 2864954 h 6212748"/>
              <a:gd name="connsiteX6" fmla="*/ 3129047 w 6572492"/>
              <a:gd name="connsiteY6" fmla="*/ 6212748 h 6212748"/>
              <a:gd name="connsiteX7" fmla="*/ 2694770 w 6572492"/>
              <a:gd name="connsiteY7" fmla="*/ 6212748 h 6212748"/>
              <a:gd name="connsiteX8" fmla="*/ 2248593 w 6572492"/>
              <a:gd name="connsiteY8" fmla="*/ 6212748 h 6212748"/>
              <a:gd name="connsiteX9" fmla="*/ 0 w 6572492"/>
              <a:gd name="connsiteY9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72492" h="6212748">
                <a:moveTo>
                  <a:pt x="0" y="0"/>
                </a:moveTo>
                <a:lnTo>
                  <a:pt x="2248593" y="0"/>
                </a:lnTo>
                <a:lnTo>
                  <a:pt x="2694770" y="0"/>
                </a:lnTo>
                <a:lnTo>
                  <a:pt x="2991094" y="0"/>
                </a:lnTo>
                <a:lnTo>
                  <a:pt x="6572492" y="0"/>
                </a:lnTo>
                <a:lnTo>
                  <a:pt x="6572492" y="2864954"/>
                </a:lnTo>
                <a:lnTo>
                  <a:pt x="3129047" y="6212748"/>
                </a:lnTo>
                <a:lnTo>
                  <a:pt x="2694770" y="6212748"/>
                </a:lnTo>
                <a:lnTo>
                  <a:pt x="2248593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8" name="Right Triangle 57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259452D-BD98-693B-A793-B739E8FDE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970" y="962526"/>
            <a:ext cx="4038600" cy="3210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CALCULAR ÁREA DO QUADRADO</a:t>
            </a:r>
          </a:p>
        </p:txBody>
      </p:sp>
    </p:spTree>
    <p:extLst>
      <p:ext uri="{BB962C8B-B14F-4D97-AF65-F5344CB8AC3E}">
        <p14:creationId xmlns:p14="http://schemas.microsoft.com/office/powerpoint/2010/main" val="1889354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ADB466-579E-5A44-9537-24D4A8BDC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0931" y="2023110"/>
            <a:ext cx="1852218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VERIFICAR CANDEEIRO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361045" y="245695"/>
            <a:ext cx="1715478" cy="643756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6563" y="664308"/>
            <a:ext cx="6061974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Marcador de Posição de Conteúdo 6">
            <a:extLst>
              <a:ext uri="{FF2B5EF4-FFF2-40B4-BE49-F238E27FC236}">
                <a16:creationId xmlns:a16="http://schemas.microsoft.com/office/drawing/2014/main" id="{3B7124A3-18CE-D00F-86AD-D39ED368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37" y="858525"/>
            <a:ext cx="4872210" cy="5211906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747951" y="3411145"/>
            <a:ext cx="1719072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28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8027E2-DE22-2734-02C3-CE0DC7562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706" y="679731"/>
            <a:ext cx="3128996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DETERMINAR QUAL O MAIOR DE DOIS VALORES</a:t>
            </a:r>
          </a:p>
        </p:txBody>
      </p:sp>
      <p:sp>
        <p:nvSpPr>
          <p:cNvPr id="3" name="Subtítulo 2"/>
          <p:cNvSpPr>
            <a:spLocks noGrp="1"/>
          </p:cNvSpPr>
          <p:nvPr>
            <p:ph idx="1"/>
          </p:nvPr>
        </p:nvSpPr>
        <p:spPr>
          <a:xfrm>
            <a:off x="449706" y="4685288"/>
            <a:ext cx="3128996" cy="103578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62324" y="1"/>
            <a:ext cx="1834788" cy="5777808"/>
            <a:chOff x="329184" y="1"/>
            <a:chExt cx="524256" cy="577780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9948" y="269324"/>
            <a:ext cx="4587584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3D6A512-E888-DE12-4F79-E9C570CE7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429" y="692833"/>
            <a:ext cx="4206622" cy="536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374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578" name="Rectangle 66577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62" name="Título 1"/>
          <p:cNvSpPr>
            <a:spLocks noGrp="1"/>
          </p:cNvSpPr>
          <p:nvPr>
            <p:ph type="title"/>
          </p:nvPr>
        </p:nvSpPr>
        <p:spPr>
          <a:xfrm>
            <a:off x="442170" y="856180"/>
            <a:ext cx="3420438" cy="1128068"/>
          </a:xfrm>
        </p:spPr>
        <p:txBody>
          <a:bodyPr anchor="ctr">
            <a:normAutofit/>
          </a:bodyPr>
          <a:lstStyle/>
          <a:p>
            <a:r>
              <a:rPr lang="pt-PT" altLang="pt-PT" sz="3500"/>
              <a:t>Calcular a média de 4 números</a:t>
            </a:r>
          </a:p>
        </p:txBody>
      </p:sp>
      <p:grpSp>
        <p:nvGrpSpPr>
          <p:cNvPr id="66580" name="Group 66579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66581" name="Rectangle 6658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582" name="Rectangle 6658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584" name="Rectangle 66583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63" name="Marcador de Posição de Conteúdo 2"/>
          <p:cNvSpPr>
            <a:spLocks noGrp="1"/>
          </p:cNvSpPr>
          <p:nvPr>
            <p:ph idx="1"/>
          </p:nvPr>
        </p:nvSpPr>
        <p:spPr>
          <a:xfrm>
            <a:off x="443039" y="2330505"/>
            <a:ext cx="3419569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altLang="pt-PT" sz="1700"/>
              <a:t>Números: P1, P2, P3, P4.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PT" altLang="pt-PT" sz="1700"/>
              <a:t>Fórmula da média:  (P1+P2+P3+P4) /4</a:t>
            </a:r>
            <a:endParaRPr lang="pt-PT" altLang="pt-PT" sz="1700">
              <a:cs typeface="Calibri"/>
            </a:endParaRPr>
          </a:p>
        </p:txBody>
      </p:sp>
      <p:sp>
        <p:nvSpPr>
          <p:cNvPr id="66586" name="Rectangle 66585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88" name="Rectangle 6658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6565" name="Picture 66564" descr="Números da bolsa de valores num ecrã digital">
            <a:extLst>
              <a:ext uri="{FF2B5EF4-FFF2-40B4-BE49-F238E27FC236}">
                <a16:creationId xmlns:a16="http://schemas.microsoft.com/office/drawing/2014/main" id="{E8CD29D2-6798-59A5-9B49-28CA4643FF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848" r="16084"/>
          <a:stretch>
            <a:fillRect/>
          </a:stretch>
        </p:blipFill>
        <p:spPr>
          <a:xfrm>
            <a:off x="4483341" y="799352"/>
            <a:ext cx="4069057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69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874AFB-FB76-AF88-02EC-9EB0794CA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70" y="856180"/>
            <a:ext cx="3420438" cy="1128068"/>
          </a:xfrm>
        </p:spPr>
        <p:txBody>
          <a:bodyPr anchor="ctr">
            <a:normAutofit/>
          </a:bodyPr>
          <a:lstStyle/>
          <a:p>
            <a:r>
              <a:rPr lang="pt-PT" sz="3500"/>
              <a:t>Viagem de carro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D09B4FE-3916-EB1E-59A8-00F87EEC2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39" y="2330505"/>
            <a:ext cx="3419569" cy="3979585"/>
          </a:xfrm>
        </p:spPr>
        <p:txBody>
          <a:bodyPr anchor="ctr">
            <a:normAutofit/>
          </a:bodyPr>
          <a:lstStyle/>
          <a:p>
            <a:r>
              <a:rPr lang="pt-PT" sz="1700"/>
              <a:t>O Sr. Veloz regressou de uma viagem de automóvel. Registou antes de partir e ao chegar os kms do automóvel e registou ainda o total de litros de gasolina gasto na viagem. </a:t>
            </a:r>
          </a:p>
          <a:p>
            <a:r>
              <a:rPr lang="pt-PT" sz="1700"/>
              <a:t>Determine e imprima (apresente) quantos litros gasta o automóvel em cada 100 Kms.</a:t>
            </a:r>
          </a:p>
          <a:p>
            <a:endParaRPr lang="pt-PT" sz="17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nde plano de um carro vintage amarelo">
            <a:extLst>
              <a:ext uri="{FF2B5EF4-FFF2-40B4-BE49-F238E27FC236}">
                <a16:creationId xmlns:a16="http://schemas.microsoft.com/office/drawing/2014/main" id="{3ED152D0-2BD5-3B38-DEF3-A0275E4746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383" r="3974" b="1"/>
          <a:stretch>
            <a:fillRect/>
          </a:stretch>
        </p:blipFill>
        <p:spPr>
          <a:xfrm>
            <a:off x="4483341" y="799352"/>
            <a:ext cx="4069057" cy="525929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E090EE4-5314-016A-5DE9-D386ED3FDA87}"/>
              </a:ext>
            </a:extLst>
          </p:cNvPr>
          <p:cNvSpPr txBox="1"/>
          <p:nvPr/>
        </p:nvSpPr>
        <p:spPr>
          <a:xfrm rot="2580000">
            <a:off x="6884165" y="827931"/>
            <a:ext cx="246591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>
                <a:ea typeface="Calibri"/>
                <a:cs typeface="Calibri"/>
              </a:rPr>
              <a:t>Fazer este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2335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86C5047-2D7D-6E44-8F88-BB15FDC5A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70" y="856180"/>
            <a:ext cx="3420438" cy="1128068"/>
          </a:xfrm>
        </p:spPr>
        <p:txBody>
          <a:bodyPr anchor="ctr">
            <a:normAutofit/>
          </a:bodyPr>
          <a:lstStyle/>
          <a:p>
            <a:r>
              <a:rPr lang="pt-PT" sz="3500"/>
              <a:t>Passar de ano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7218DC7C-85F2-E55F-BD35-F6488416C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39" y="2330505"/>
            <a:ext cx="3419569" cy="3979585"/>
          </a:xfrm>
        </p:spPr>
        <p:txBody>
          <a:bodyPr anchor="ctr">
            <a:normAutofit/>
          </a:bodyPr>
          <a:lstStyle/>
          <a:p>
            <a:r>
              <a:rPr lang="pt-PT" sz="1700"/>
              <a:t>Peça a nota de um aluno.</a:t>
            </a:r>
          </a:p>
          <a:p>
            <a:r>
              <a:rPr lang="pt-PT" sz="1700"/>
              <a:t>Sendo que a escala é de 0 a 20, informe o aluno que está aprovado se tiver mais de 9,5 e reprovado caso contrário.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vião de papel amarelo a voar no sentido oposto ao de muitos aviões de papel cinzentos">
            <a:extLst>
              <a:ext uri="{FF2B5EF4-FFF2-40B4-BE49-F238E27FC236}">
                <a16:creationId xmlns:a16="http://schemas.microsoft.com/office/drawing/2014/main" id="{20984F11-D4D1-B5C3-FF9F-377010128D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17" r="34639" b="1"/>
          <a:stretch>
            <a:fillRect/>
          </a:stretch>
        </p:blipFill>
        <p:spPr>
          <a:xfrm>
            <a:off x="4483341" y="799352"/>
            <a:ext cx="4069057" cy="525929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C26986B-9630-7D97-8749-5267D5E666B8}"/>
              </a:ext>
            </a:extLst>
          </p:cNvPr>
          <p:cNvSpPr txBox="1"/>
          <p:nvPr/>
        </p:nvSpPr>
        <p:spPr>
          <a:xfrm rot="2580000">
            <a:off x="6884165" y="827931"/>
            <a:ext cx="246591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>
                <a:ea typeface="Calibri"/>
                <a:cs typeface="Calibri"/>
              </a:rPr>
              <a:t>Fazer este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66459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786C47-D64E-FD75-17E4-F3D203C50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70" y="856180"/>
            <a:ext cx="3420438" cy="1128068"/>
          </a:xfrm>
        </p:spPr>
        <p:txBody>
          <a:bodyPr anchor="ctr">
            <a:normAutofit/>
          </a:bodyPr>
          <a:lstStyle/>
          <a:p>
            <a:r>
              <a:rPr lang="pt-PT" sz="3500"/>
              <a:t>Qual o maior?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556BEEF-67A1-DFA7-ADA6-018101BA0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39" y="2330505"/>
            <a:ext cx="3419569" cy="3979585"/>
          </a:xfrm>
        </p:spPr>
        <p:txBody>
          <a:bodyPr anchor="ctr">
            <a:normAutofit/>
          </a:bodyPr>
          <a:lstStyle/>
          <a:p>
            <a:r>
              <a:rPr lang="pt-PT" sz="1700"/>
              <a:t>Peça 3 números.</a:t>
            </a:r>
          </a:p>
          <a:p>
            <a:r>
              <a:rPr lang="pt-PT" sz="1700"/>
              <a:t>Imprima o número maior.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números 3D em branco e laranja">
            <a:extLst>
              <a:ext uri="{FF2B5EF4-FFF2-40B4-BE49-F238E27FC236}">
                <a16:creationId xmlns:a16="http://schemas.microsoft.com/office/drawing/2014/main" id="{1AE867E4-19FD-D746-E0D5-5EDA802928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93" r="28788" b="2"/>
          <a:stretch>
            <a:fillRect/>
          </a:stretch>
        </p:blipFill>
        <p:spPr>
          <a:xfrm>
            <a:off x="4483341" y="799352"/>
            <a:ext cx="4069057" cy="525929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4DA417E-901C-5566-304B-AE7C46955AAA}"/>
              </a:ext>
            </a:extLst>
          </p:cNvPr>
          <p:cNvSpPr txBox="1"/>
          <p:nvPr/>
        </p:nvSpPr>
        <p:spPr>
          <a:xfrm rot="2580000">
            <a:off x="6884165" y="827931"/>
            <a:ext cx="246591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>
                <a:ea typeface="Calibri"/>
                <a:cs typeface="Calibri"/>
              </a:rPr>
              <a:t>Fazer este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142399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AB94DE-7444-709E-082E-3693B3094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70" y="856180"/>
            <a:ext cx="3420438" cy="1128068"/>
          </a:xfrm>
        </p:spPr>
        <p:txBody>
          <a:bodyPr anchor="ctr">
            <a:normAutofit/>
          </a:bodyPr>
          <a:lstStyle/>
          <a:p>
            <a:r>
              <a:rPr lang="pt-PT" sz="3500"/>
              <a:t>Somar até cair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16580EC-9662-8703-AD9F-4680FB658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39" y="2330505"/>
            <a:ext cx="3419569" cy="3979585"/>
          </a:xfrm>
        </p:spPr>
        <p:txBody>
          <a:bodyPr anchor="ctr">
            <a:normAutofit/>
          </a:bodyPr>
          <a:lstStyle/>
          <a:p>
            <a:r>
              <a:rPr lang="pt-PT" altLang="pt-PT" sz="1700"/>
              <a:t>Elabore um algoritmo que efetue a soma de várias parcelas a introduzir, sucessivamente, até que o </a:t>
            </a:r>
            <a:r>
              <a:rPr lang="pt-PT" altLang="pt-PT" sz="1700">
                <a:solidFill>
                  <a:srgbClr val="FF0000"/>
                </a:solidFill>
              </a:rPr>
              <a:t>valor acumulado seja maior que 1000</a:t>
            </a:r>
            <a:r>
              <a:rPr lang="pt-PT" altLang="pt-PT" sz="1700"/>
              <a:t>.</a:t>
            </a:r>
          </a:p>
          <a:p>
            <a:r>
              <a:rPr lang="pt-PT" altLang="pt-PT" sz="1700">
                <a:solidFill>
                  <a:srgbClr val="FF0000"/>
                </a:solidFill>
              </a:rPr>
              <a:t>No final, indicar também a média do valor acumulado com o nº de parcelas digitado.</a:t>
            </a:r>
            <a:endParaRPr lang="pt-PT" altLang="pt-PT" sz="1700">
              <a:solidFill>
                <a:srgbClr val="FF0000"/>
              </a:solidFill>
              <a:ea typeface="Calibri"/>
              <a:cs typeface="Calibri"/>
            </a:endParaRPr>
          </a:p>
          <a:p>
            <a:endParaRPr lang="pt-PT" sz="17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Ábaco azul">
            <a:extLst>
              <a:ext uri="{FF2B5EF4-FFF2-40B4-BE49-F238E27FC236}">
                <a16:creationId xmlns:a16="http://schemas.microsoft.com/office/drawing/2014/main" id="{0B4613F5-68C0-96D4-73F6-138347DF9C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77" r="43003" b="1"/>
          <a:stretch>
            <a:fillRect/>
          </a:stretch>
        </p:blipFill>
        <p:spPr>
          <a:xfrm>
            <a:off x="4483341" y="799352"/>
            <a:ext cx="4069057" cy="525929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F485461-80A2-BDED-71B8-81A51BECB6C0}"/>
              </a:ext>
            </a:extLst>
          </p:cNvPr>
          <p:cNvSpPr txBox="1"/>
          <p:nvPr/>
        </p:nvSpPr>
        <p:spPr>
          <a:xfrm rot="2580000">
            <a:off x="6884165" y="827931"/>
            <a:ext cx="246591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>
                <a:ea typeface="Calibri"/>
                <a:cs typeface="Calibri"/>
              </a:rPr>
              <a:t>Fazer este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6343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490" name="Rectangle 10548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9E99DA1-537A-F471-E583-BA796C372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70" y="856180"/>
            <a:ext cx="3420438" cy="1128068"/>
          </a:xfrm>
        </p:spPr>
        <p:txBody>
          <a:bodyPr anchor="ctr">
            <a:normAutofit/>
          </a:bodyPr>
          <a:lstStyle/>
          <a:p>
            <a:r>
              <a:rPr lang="pt-PT" sz="3500"/>
              <a:t>Soma e segue</a:t>
            </a:r>
            <a:br>
              <a:rPr lang="pt-PT" sz="3500"/>
            </a:br>
            <a:endParaRPr lang="pt-PT" sz="3500">
              <a:ea typeface="Calibri Light"/>
              <a:cs typeface="Calibri Light"/>
            </a:endParaRPr>
          </a:p>
        </p:txBody>
      </p:sp>
      <p:grpSp>
        <p:nvGrpSpPr>
          <p:cNvPr id="105492" name="Group 10549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105493" name="Rectangle 10549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94" name="Rectangle 10549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5496" name="Rectangle 10549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>
          <a:xfrm>
            <a:off x="443039" y="2330505"/>
            <a:ext cx="3419569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609600" indent="-609600">
              <a:buNone/>
            </a:pPr>
            <a:r>
              <a:rPr lang="pt-PT" altLang="pt-PT" sz="1700"/>
              <a:t>Perguntar quantos números uma pessoa quer somar.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pt-PT" altLang="pt-PT" sz="1700"/>
              <a:t>Pedir todos esses números.</a:t>
            </a:r>
            <a:endParaRPr lang="pt-PT" altLang="pt-PT" sz="1700">
              <a:ea typeface="Calibri"/>
              <a:cs typeface="Calibri"/>
            </a:endParaRP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pt-PT" altLang="pt-PT" sz="1700"/>
              <a:t>Somá-los.</a:t>
            </a:r>
            <a:endParaRPr lang="pt-PT" altLang="pt-PT" sz="1700">
              <a:ea typeface="Calibri"/>
              <a:cs typeface="Calibri"/>
            </a:endParaRP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pt-PT" altLang="pt-PT" sz="1700"/>
              <a:t>Devolver o resultado.</a:t>
            </a:r>
            <a:endParaRPr lang="pt-PT" altLang="pt-PT" sz="1700">
              <a:ea typeface="Calibri"/>
              <a:cs typeface="Calibri"/>
            </a:endParaRPr>
          </a:p>
        </p:txBody>
      </p:sp>
      <p:sp>
        <p:nvSpPr>
          <p:cNvPr id="105498" name="Rectangle 10549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00" name="Rectangle 10549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477" name="Picture 105476" descr="Traseira em números na parede">
            <a:extLst>
              <a:ext uri="{FF2B5EF4-FFF2-40B4-BE49-F238E27FC236}">
                <a16:creationId xmlns:a16="http://schemas.microsoft.com/office/drawing/2014/main" id="{3486EF00-AF28-0A0E-9338-0F7749998E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435" r="24922" b="1"/>
          <a:stretch>
            <a:fillRect/>
          </a:stretch>
        </p:blipFill>
        <p:spPr>
          <a:xfrm>
            <a:off x="4483341" y="799352"/>
            <a:ext cx="4069057" cy="525929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62EC52A-1542-F4BB-ACB9-BBD294AC88C3}"/>
              </a:ext>
            </a:extLst>
          </p:cNvPr>
          <p:cNvSpPr txBox="1"/>
          <p:nvPr/>
        </p:nvSpPr>
        <p:spPr>
          <a:xfrm rot="2580000">
            <a:off x="5840596" y="643913"/>
            <a:ext cx="421351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>
                <a:ea typeface="Calibri"/>
                <a:cs typeface="Calibri"/>
              </a:rPr>
              <a:t>Fazer este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8781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4257" name="Rectangle 394256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ED47CA-B3B8-DEEA-A8A0-6EAF764F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70" y="856180"/>
            <a:ext cx="3420438" cy="1128068"/>
          </a:xfrm>
        </p:spPr>
        <p:txBody>
          <a:bodyPr anchor="ctr">
            <a:normAutofit/>
          </a:bodyPr>
          <a:lstStyle/>
          <a:p>
            <a:r>
              <a:rPr lang="pt-PT" sz="3500"/>
              <a:t>Negativo ou positivo</a:t>
            </a:r>
          </a:p>
        </p:txBody>
      </p:sp>
      <p:grpSp>
        <p:nvGrpSpPr>
          <p:cNvPr id="394259" name="Group 394258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394260" name="Rectangle 39425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261" name="Rectangle 39426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4263" name="Rectangle 394262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94" name="Rectangle 3"/>
          <p:cNvSpPr>
            <a:spLocks noGrp="1" noChangeArrowheads="1"/>
          </p:cNvSpPr>
          <p:nvPr>
            <p:ph idx="1"/>
          </p:nvPr>
        </p:nvSpPr>
        <p:spPr>
          <a:xfrm>
            <a:off x="443039" y="2330505"/>
            <a:ext cx="3419569" cy="3979585"/>
          </a:xfrm>
        </p:spPr>
        <p:txBody>
          <a:bodyPr anchor="ctr">
            <a:normAutofit/>
          </a:bodyPr>
          <a:lstStyle/>
          <a:p>
            <a:pPr lvl="0" eaLnBrk="1" hangingPunct="1">
              <a:buClr>
                <a:srgbClr val="3891A7"/>
              </a:buClr>
            </a:pPr>
            <a:r>
              <a:rPr lang="pt-PT" altLang="pt-PT" sz="1700"/>
              <a:t>Pedir um número e informa se ele é negativo ou positivo.</a:t>
            </a:r>
          </a:p>
          <a:p>
            <a:pPr eaLnBrk="1" hangingPunct="1">
              <a:buFont typeface="Wingdings" pitchFamily="2" charset="2"/>
              <a:buNone/>
            </a:pPr>
            <a:r>
              <a:rPr lang="pt-PT" altLang="pt-PT" sz="1700"/>
              <a:t>	O algoritmo acaba quando o número introduzido for zero e escreve a mensagem “Digitou 0 - vai sair do programa”.</a:t>
            </a:r>
          </a:p>
        </p:txBody>
      </p:sp>
      <p:sp>
        <p:nvSpPr>
          <p:cNvPr id="394265" name="Rectangle 394264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267" name="Rectangle 39426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4244" name="Picture 394243" descr="Números diferentes em 3D">
            <a:extLst>
              <a:ext uri="{FF2B5EF4-FFF2-40B4-BE49-F238E27FC236}">
                <a16:creationId xmlns:a16="http://schemas.microsoft.com/office/drawing/2014/main" id="{A52225AE-C630-A535-6BDE-E684787152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240" r="28241" b="2"/>
          <a:stretch>
            <a:fillRect/>
          </a:stretch>
        </p:blipFill>
        <p:spPr>
          <a:xfrm>
            <a:off x="4483341" y="799352"/>
            <a:ext cx="4069057" cy="5259296"/>
          </a:xfrm>
          <a:prstGeom prst="rect">
            <a:avLst/>
          </a:prstGeom>
        </p:spPr>
      </p:pic>
      <p:sp>
        <p:nvSpPr>
          <p:cNvPr id="394242" name="Rectangle 2"/>
          <p:cNvSpPr>
            <a:spLocks noChangeArrowheads="1"/>
          </p:cNvSpPr>
          <p:nvPr/>
        </p:nvSpPr>
        <p:spPr bwMode="auto">
          <a:xfrm>
            <a:off x="762000" y="762000"/>
            <a:ext cx="7924800" cy="70485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</p:spPr>
        <p:txBody>
          <a:bodyPr anchor="ctr" anchorCtr="1"/>
          <a:lstStyle>
            <a:lvl1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1pPr>
            <a:lvl2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altLang="pt-PT" sz="3200" b="1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B2E7C5F-6AD5-0B0A-FE13-2614451D9F81}"/>
              </a:ext>
            </a:extLst>
          </p:cNvPr>
          <p:cNvSpPr txBox="1"/>
          <p:nvPr/>
        </p:nvSpPr>
        <p:spPr>
          <a:xfrm rot="2580000">
            <a:off x="6884165" y="827931"/>
            <a:ext cx="246591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>
                <a:ea typeface="Calibri"/>
                <a:cs typeface="Calibri"/>
              </a:rPr>
              <a:t>Fazer este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05995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4269" name="Rectangle 394261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ED47CA-B3B8-DEEA-A8A0-6EAF764F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anchor="b">
            <a:normAutofit/>
          </a:bodyPr>
          <a:lstStyle/>
          <a:p>
            <a:r>
              <a:rPr lang="pt-PT" sz="3100"/>
              <a:t>Par ou ímpar</a:t>
            </a:r>
          </a:p>
        </p:txBody>
      </p:sp>
      <p:sp>
        <p:nvSpPr>
          <p:cNvPr id="394271" name="Rectangle 39426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94" name="Rectangle 3"/>
          <p:cNvSpPr>
            <a:spLocks noGrp="1" noChangeArrowheads="1"/>
          </p:cNvSpPr>
          <p:nvPr>
            <p:ph idx="1"/>
          </p:nvPr>
        </p:nvSpPr>
        <p:spPr>
          <a:xfrm>
            <a:off x="483799" y="2031101"/>
            <a:ext cx="3212238" cy="3511943"/>
          </a:xfrm>
        </p:spPr>
        <p:txBody>
          <a:bodyPr anchor="ctr">
            <a:normAutofit/>
          </a:bodyPr>
          <a:lstStyle/>
          <a:p>
            <a:pPr lvl="0" eaLnBrk="1" hangingPunct="1">
              <a:buClr>
                <a:srgbClr val="3891A7"/>
              </a:buClr>
            </a:pPr>
            <a:r>
              <a:rPr lang="pt-PT" altLang="pt-PT" sz="1600"/>
              <a:t>Pedir um número e informa se ele é par ou ímpar.</a:t>
            </a:r>
          </a:p>
          <a:p>
            <a:pPr eaLnBrk="1" hangingPunct="1">
              <a:buFont typeface="Wingdings" pitchFamily="2" charset="2"/>
              <a:buNone/>
            </a:pPr>
            <a:r>
              <a:rPr lang="pt-PT" altLang="pt-PT" sz="1600"/>
              <a:t>	O algoritmo acaba quando o número introduzido for zero e escreve a mensagem “Digitou 0 - vai sair do programa”.</a:t>
            </a:r>
          </a:p>
        </p:txBody>
      </p:sp>
      <p:sp>
        <p:nvSpPr>
          <p:cNvPr id="394272" name="Rectangle 39426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268" name="Rectangle 39426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270" name="Rectangle 39426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4255" name="Picture 394243" descr="Meias e cesto de roupa suja sem correspondência">
            <a:extLst>
              <a:ext uri="{FF2B5EF4-FFF2-40B4-BE49-F238E27FC236}">
                <a16:creationId xmlns:a16="http://schemas.microsoft.com/office/drawing/2014/main" id="{02E79502-4FA3-611B-FE20-51A606E7B3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2" r="692"/>
          <a:stretch/>
        </p:blipFill>
        <p:spPr>
          <a:xfrm>
            <a:off x="4724272" y="650494"/>
            <a:ext cx="3754076" cy="5324142"/>
          </a:xfrm>
          <a:prstGeom prst="rect">
            <a:avLst/>
          </a:prstGeom>
        </p:spPr>
      </p:pic>
      <p:sp>
        <p:nvSpPr>
          <p:cNvPr id="394242" name="Rectangle 2"/>
          <p:cNvSpPr>
            <a:spLocks noChangeArrowheads="1"/>
          </p:cNvSpPr>
          <p:nvPr/>
        </p:nvSpPr>
        <p:spPr bwMode="auto">
          <a:xfrm>
            <a:off x="762000" y="762000"/>
            <a:ext cx="7924800" cy="70485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</p:spPr>
        <p:txBody>
          <a:bodyPr anchor="ctr" anchorCtr="1"/>
          <a:lstStyle>
            <a:lvl1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1pPr>
            <a:lvl2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>
              <a:lnSpc>
                <a:spcPct val="90000"/>
              </a:lnSpc>
              <a:spcBef>
                <a:spcPct val="0"/>
              </a:spcBef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altLang="pt-PT" sz="3200" b="1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C7EBBB4-DD36-C2A9-1473-9C30D9898AAA}"/>
              </a:ext>
            </a:extLst>
          </p:cNvPr>
          <p:cNvSpPr txBox="1"/>
          <p:nvPr/>
        </p:nvSpPr>
        <p:spPr>
          <a:xfrm rot="2580000">
            <a:off x="6884165" y="827931"/>
            <a:ext cx="246591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>
                <a:ea typeface="Calibri"/>
                <a:cs typeface="Calibri"/>
              </a:rPr>
              <a:t>Fazer este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69339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A1838B29BE400418F64012B09F26F25" ma:contentTypeVersion="3" ma:contentTypeDescription="Criar um novo documento." ma:contentTypeScope="" ma:versionID="3ac07e79369edef41cfbd4fd28f59b6b">
  <xsd:schema xmlns:xsd="http://www.w3.org/2001/XMLSchema" xmlns:xs="http://www.w3.org/2001/XMLSchema" xmlns:p="http://schemas.microsoft.com/office/2006/metadata/properties" xmlns:ns2="173d77ef-034d-4373-8d2e-474a77ea109d" targetNamespace="http://schemas.microsoft.com/office/2006/metadata/properties" ma:root="true" ma:fieldsID="cf9cf6ea52323ab86580d65a994018f2" ns2:_="">
    <xsd:import namespace="173d77ef-034d-4373-8d2e-474a77ea10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3d77ef-034d-4373-8d2e-474a77ea10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04AAB6-B4A1-495F-9FEE-8FC27419A6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3d77ef-034d-4373-8d2e-474a77ea10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50629A-60DB-4860-944F-9623DF57E63A}">
  <ds:schemaRefs>
    <ds:schemaRef ds:uri="a00e5186-3ee1-4f03-a7d6-66b69971da24"/>
    <ds:schemaRef ds:uri="f40a1378-073b-4b98-b63d-f4c0e38f7637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BE814C6-B57E-48B0-81B0-8D87EF3CA4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Apresentação no Ecrã (4:3)</PresentationFormat>
  <Slides>30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30</vt:i4>
      </vt:variant>
    </vt:vector>
  </HeadingPairs>
  <TitlesOfParts>
    <vt:vector size="31" baseType="lpstr">
      <vt:lpstr>Office Theme</vt:lpstr>
      <vt:lpstr>FLUXOGRAMAS</vt:lpstr>
      <vt:lpstr>Representação de algoritmos</vt:lpstr>
      <vt:lpstr>PSEUDOCÓDIGO</vt:lpstr>
      <vt:lpstr>FLUXOGRAMA</vt:lpstr>
      <vt:lpstr>Vantagens dos fluxogramas</vt:lpstr>
      <vt:lpstr>DESVANTAGENS DOS FLUXOGRAMAS </vt:lpstr>
      <vt:lpstr>VANTAGENS DO PSEUDOCÓDIGO</vt:lpstr>
      <vt:lpstr>DESVANTAGENS DO PSEUDOCÓDIGO</vt:lpstr>
      <vt:lpstr>Fluxogramas Formas</vt:lpstr>
      <vt:lpstr>INÍCIO OU FIM</vt:lpstr>
      <vt:lpstr>ENTRADA OU SAÍDA DE DADOS</vt:lpstr>
      <vt:lpstr>LINHA DE FLUXO</vt:lpstr>
      <vt:lpstr>PROCESSAMENTO INTERNO</vt:lpstr>
      <vt:lpstr>COMENTÁRIO</vt:lpstr>
      <vt:lpstr>JUNÇÃO DE FLUXOS</vt:lpstr>
      <vt:lpstr>DECISÃO</vt:lpstr>
      <vt:lpstr>SELEÇÃO MÚLTLIPA</vt:lpstr>
      <vt:lpstr>SUB-ALGORITMO</vt:lpstr>
      <vt:lpstr>Fluxogramas no draw.io</vt:lpstr>
      <vt:lpstr>CALCULAR ÁREA DO QUADRADO</vt:lpstr>
      <vt:lpstr>VERIFICAR CANDEEIRO</vt:lpstr>
      <vt:lpstr>DETERMINAR QUAL O MAIOR DE DOIS VALORES</vt:lpstr>
      <vt:lpstr>Calcular a média de 4 números</vt:lpstr>
      <vt:lpstr>Viagem de carro</vt:lpstr>
      <vt:lpstr>Passar de ano</vt:lpstr>
      <vt:lpstr>Qual o maior?</vt:lpstr>
      <vt:lpstr>Somar até cair</vt:lpstr>
      <vt:lpstr>Soma e segue </vt:lpstr>
      <vt:lpstr>Negativo ou positivo</vt:lpstr>
      <vt:lpstr>Par ou ímpar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revision>107</cp:revision>
  <dcterms:created xsi:type="dcterms:W3CDTF">2016-10-28T15:18:04Z</dcterms:created>
  <dcterms:modified xsi:type="dcterms:W3CDTF">2026-10-15T09:49:46Z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0x010100EA1838B29BE400418F64012B09F26F25</vt:lpwstr>
  </property>
  <property fmtid="{D5CDD505-2E9C-101B-9397-08002B2CF9AE}" pid="3" name="MediaServiceImageTags">
    <vt:lpwstr/>
  </property>
</Properties>
</file>