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99F261-6292-73CB-E369-0EF21B7B7B61}" v="409" dt="2026-09-30T12:11:55.712"/>
    <p1510:client id="{2509FC90-3AE7-92F1-CDB0-59C973D47268}" v="175" dt="2026-09-30T09:21:24.721"/>
    <p1510:client id="{30F2C021-F57D-D936-F99A-A02A0B594F93}" v="5" dt="2026-10-01T08:08:07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7CE84F3-28C3-443E-9E96-99CF82512B78}" styleName="Estilo Escuro 1 - Destaque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Estilo Escuro 2 - Destaque 1/Destaqu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a Maria Ferreira" userId="S::clara.ferreira@ae-ginestalmachado.pt::0636389c-ff33-46cc-b19e-1fe4ab6f5cb6" providerId="AD" clId="Web-{2509FC90-3AE7-92F1-CDB0-59C973D47268}"/>
    <pc:docChg chg="addSld modSld">
      <pc:chgData name="Clara Maria Ferreira" userId="S::clara.ferreira@ae-ginestalmachado.pt::0636389c-ff33-46cc-b19e-1fe4ab6f5cb6" providerId="AD" clId="Web-{2509FC90-3AE7-92F1-CDB0-59C973D47268}" dt="2026-09-30T09:21:24.721" v="176"/>
      <pc:docMkLst>
        <pc:docMk/>
      </pc:docMkLst>
      <pc:sldChg chg="addSp modSp">
        <pc:chgData name="Clara Maria Ferreira" userId="S::clara.ferreira@ae-ginestalmachado.pt::0636389c-ff33-46cc-b19e-1fe4ab6f5cb6" providerId="AD" clId="Web-{2509FC90-3AE7-92F1-CDB0-59C973D47268}" dt="2026-09-30T08:54:19.578" v="87" actId="1076"/>
        <pc:sldMkLst>
          <pc:docMk/>
          <pc:sldMk cId="988977761" sldId="256"/>
        </pc:sldMkLst>
        <pc:spChg chg="mod">
          <ac:chgData name="Clara Maria Ferreira" userId="S::clara.ferreira@ae-ginestalmachado.pt::0636389c-ff33-46cc-b19e-1fe4ab6f5cb6" providerId="AD" clId="Web-{2509FC90-3AE7-92F1-CDB0-59C973D47268}" dt="2026-09-30T08:53:24.826" v="83" actId="20577"/>
          <ac:spMkLst>
            <pc:docMk/>
            <pc:sldMk cId="988977761" sldId="256"/>
            <ac:spMk id="2" creationId="{00000000-0000-0000-0000-000000000000}"/>
          </ac:spMkLst>
        </pc:spChg>
        <pc:picChg chg="add mod">
          <ac:chgData name="Clara Maria Ferreira" userId="S::clara.ferreira@ae-ginestalmachado.pt::0636389c-ff33-46cc-b19e-1fe4ab6f5cb6" providerId="AD" clId="Web-{2509FC90-3AE7-92F1-CDB0-59C973D47268}" dt="2026-09-30T08:54:19.578" v="87" actId="1076"/>
          <ac:picMkLst>
            <pc:docMk/>
            <pc:sldMk cId="988977761" sldId="256"/>
            <ac:picMk id="4" creationId="{BBE74225-0F1D-E661-EF9B-157BEAAC1EC3}"/>
          </ac:picMkLst>
        </pc:picChg>
      </pc:sldChg>
      <pc:sldChg chg="addSp modSp new mod setBg">
        <pc:chgData name="Clara Maria Ferreira" userId="S::clara.ferreira@ae-ginestalmachado.pt::0636389c-ff33-46cc-b19e-1fe4ab6f5cb6" providerId="AD" clId="Web-{2509FC90-3AE7-92F1-CDB0-59C973D47268}" dt="2026-09-30T08:54:07.671" v="85"/>
        <pc:sldMkLst>
          <pc:docMk/>
          <pc:sldMk cId="3661243856" sldId="259"/>
        </pc:sldMkLst>
        <pc:spChg chg="mod">
          <ac:chgData name="Clara Maria Ferreira" userId="S::clara.ferreira@ae-ginestalmachado.pt::0636389c-ff33-46cc-b19e-1fe4ab6f5cb6" providerId="AD" clId="Web-{2509FC90-3AE7-92F1-CDB0-59C973D47268}" dt="2026-09-30T08:54:07.671" v="85"/>
          <ac:spMkLst>
            <pc:docMk/>
            <pc:sldMk cId="3661243856" sldId="259"/>
            <ac:spMk id="2" creationId="{058BB713-1233-080C-18A1-151E08093D4B}"/>
          </ac:spMkLst>
        </pc:spChg>
        <pc:spChg chg="mod ord">
          <ac:chgData name="Clara Maria Ferreira" userId="S::clara.ferreira@ae-ginestalmachado.pt::0636389c-ff33-46cc-b19e-1fe4ab6f5cb6" providerId="AD" clId="Web-{2509FC90-3AE7-92F1-CDB0-59C973D47268}" dt="2026-09-30T08:54:07.671" v="85"/>
          <ac:spMkLst>
            <pc:docMk/>
            <pc:sldMk cId="3661243856" sldId="259"/>
            <ac:spMk id="3" creationId="{62228140-E6EE-EB53-B249-0BDBAAE9387D}"/>
          </ac:spMkLst>
        </pc:spChg>
        <pc:picChg chg="add mod">
          <ac:chgData name="Clara Maria Ferreira" userId="S::clara.ferreira@ae-ginestalmachado.pt::0636389c-ff33-46cc-b19e-1fe4ab6f5cb6" providerId="AD" clId="Web-{2509FC90-3AE7-92F1-CDB0-59C973D47268}" dt="2026-09-30T08:54:07.671" v="85"/>
          <ac:picMkLst>
            <pc:docMk/>
            <pc:sldMk cId="3661243856" sldId="259"/>
            <ac:picMk id="4" creationId="{D7014E6E-C29E-2F43-1D69-8F42B2DA25BD}"/>
          </ac:picMkLst>
        </pc:picChg>
      </pc:sldChg>
      <pc:sldChg chg="addSp delSp modSp new mod setBg">
        <pc:chgData name="Clara Maria Ferreira" userId="S::clara.ferreira@ae-ginestalmachado.pt::0636389c-ff33-46cc-b19e-1fe4ab6f5cb6" providerId="AD" clId="Web-{2509FC90-3AE7-92F1-CDB0-59C973D47268}" dt="2026-09-30T09:21:24.721" v="176"/>
        <pc:sldMkLst>
          <pc:docMk/>
          <pc:sldMk cId="1867611850" sldId="260"/>
        </pc:sldMkLst>
        <pc:spChg chg="mod">
          <ac:chgData name="Clara Maria Ferreira" userId="S::clara.ferreira@ae-ginestalmachado.pt::0636389c-ff33-46cc-b19e-1fe4ab6f5cb6" providerId="AD" clId="Web-{2509FC90-3AE7-92F1-CDB0-59C973D47268}" dt="2026-09-30T08:58:34.525" v="175"/>
          <ac:spMkLst>
            <pc:docMk/>
            <pc:sldMk cId="1867611850" sldId="260"/>
            <ac:spMk id="2" creationId="{BB6DF4FC-8D5C-98B2-C745-AFF13E97CC82}"/>
          </ac:spMkLst>
        </pc:spChg>
        <pc:spChg chg="mod">
          <ac:chgData name="Clara Maria Ferreira" userId="S::clara.ferreira@ae-ginestalmachado.pt::0636389c-ff33-46cc-b19e-1fe4ab6f5cb6" providerId="AD" clId="Web-{2509FC90-3AE7-92F1-CDB0-59C973D47268}" dt="2026-09-30T08:58:34.525" v="175"/>
          <ac:spMkLst>
            <pc:docMk/>
            <pc:sldMk cId="1867611850" sldId="260"/>
            <ac:spMk id="3" creationId="{D7E8B28A-BF91-097C-1559-57F7E7E5B51D}"/>
          </ac:spMkLst>
        </pc:spChg>
        <pc:picChg chg="add mod">
          <ac:chgData name="Clara Maria Ferreira" userId="S::clara.ferreira@ae-ginestalmachado.pt::0636389c-ff33-46cc-b19e-1fe4ab6f5cb6" providerId="AD" clId="Web-{2509FC90-3AE7-92F1-CDB0-59C973D47268}" dt="2026-09-30T09:21:24.721" v="176"/>
          <ac:picMkLst>
            <pc:docMk/>
            <pc:sldMk cId="1867611850" sldId="260"/>
            <ac:picMk id="4" creationId="{2FBF1874-5304-43A2-FDAD-FC6D8313BA43}"/>
          </ac:picMkLst>
        </pc:picChg>
        <pc:picChg chg="add del mod">
          <ac:chgData name="Clara Maria Ferreira" userId="S::clara.ferreira@ae-ginestalmachado.pt::0636389c-ff33-46cc-b19e-1fe4ab6f5cb6" providerId="AD" clId="Web-{2509FC90-3AE7-92F1-CDB0-59C973D47268}" dt="2026-09-30T08:57:58.758" v="173"/>
          <ac:picMkLst>
            <pc:docMk/>
            <pc:sldMk cId="1867611850" sldId="260"/>
            <ac:picMk id="4" creationId="{F0E44885-8B2E-9570-B62E-B2EA31AE64F7}"/>
          </ac:picMkLst>
        </pc:picChg>
        <pc:picChg chg="add del">
          <ac:chgData name="Clara Maria Ferreira" userId="S::clara.ferreira@ae-ginestalmachado.pt::0636389c-ff33-46cc-b19e-1fe4ab6f5cb6" providerId="AD" clId="Web-{2509FC90-3AE7-92F1-CDB0-59C973D47268}" dt="2026-09-30T08:58:34.525" v="175"/>
          <ac:picMkLst>
            <pc:docMk/>
            <pc:sldMk cId="1867611850" sldId="260"/>
            <ac:picMk id="5" creationId="{7965A514-120D-8DFE-F9FF-5E0A1C822CAF}"/>
          </ac:picMkLst>
        </pc:picChg>
      </pc:sldChg>
    </pc:docChg>
  </pc:docChgLst>
  <pc:docChgLst>
    <pc:chgData name="Clara Maria Ferreira" userId="S::clara.ferreira@ae-ginestalmachado.pt::0636389c-ff33-46cc-b19e-1fe4ab6f5cb6" providerId="AD" clId="Web-{30F2C021-F57D-D936-F99A-A02A0B594F93}"/>
    <pc:docChg chg="modSld">
      <pc:chgData name="Clara Maria Ferreira" userId="S::clara.ferreira@ae-ginestalmachado.pt::0636389c-ff33-46cc-b19e-1fe4ab6f5cb6" providerId="AD" clId="Web-{30F2C021-F57D-D936-F99A-A02A0B594F93}" dt="2026-10-01T08:08:07.098" v="5" actId="20577"/>
      <pc:docMkLst>
        <pc:docMk/>
      </pc:docMkLst>
      <pc:sldChg chg="modSp">
        <pc:chgData name="Clara Maria Ferreira" userId="S::clara.ferreira@ae-ginestalmachado.pt::0636389c-ff33-46cc-b19e-1fe4ab6f5cb6" providerId="AD" clId="Web-{30F2C021-F57D-D936-F99A-A02A0B594F93}" dt="2026-10-01T08:08:07.098" v="5" actId="20577"/>
        <pc:sldMkLst>
          <pc:docMk/>
          <pc:sldMk cId="3661243856" sldId="259"/>
        </pc:sldMkLst>
        <pc:spChg chg="mod">
          <ac:chgData name="Clara Maria Ferreira" userId="S::clara.ferreira@ae-ginestalmachado.pt::0636389c-ff33-46cc-b19e-1fe4ab6f5cb6" providerId="AD" clId="Web-{30F2C021-F57D-D936-F99A-A02A0B594F93}" dt="2026-10-01T08:08:07.098" v="5" actId="20577"/>
          <ac:spMkLst>
            <pc:docMk/>
            <pc:sldMk cId="3661243856" sldId="259"/>
            <ac:spMk id="3" creationId="{62228140-E6EE-EB53-B249-0BDBAAE9387D}"/>
          </ac:spMkLst>
        </pc:spChg>
      </pc:sldChg>
    </pc:docChg>
  </pc:docChgLst>
  <pc:docChgLst>
    <pc:chgData name="Clara Maria Ferreira" userId="S::clara.ferreira@ae-ginestalmachado.pt::0636389c-ff33-46cc-b19e-1fe4ab6f5cb6" providerId="AD" clId="Web-{1299F261-6292-73CB-E369-0EF21B7B7B61}"/>
    <pc:docChg chg="mod addSld delSld modSld sldOrd addMainMaster delMainMaster">
      <pc:chgData name="Clara Maria Ferreira" userId="S::clara.ferreira@ae-ginestalmachado.pt::0636389c-ff33-46cc-b19e-1fe4ab6f5cb6" providerId="AD" clId="Web-{1299F261-6292-73CB-E369-0EF21B7B7B61}" dt="2026-09-30T12:11:55.712" v="405" actId="14100"/>
      <pc:docMkLst>
        <pc:docMk/>
      </pc:docMkLst>
      <pc:sldChg chg="addSp delSp modSp mod modClrScheme delDesignElem chgLayout">
        <pc:chgData name="Clara Maria Ferreira" userId="S::clara.ferreira@ae-ginestalmachado.pt::0636389c-ff33-46cc-b19e-1fe4ab6f5cb6" providerId="AD" clId="Web-{1299F261-6292-73CB-E369-0EF21B7B7B61}" dt="2026-09-30T12:02:42.675" v="222"/>
        <pc:sldMkLst>
          <pc:docMk/>
          <pc:sldMk cId="988977761" sldId="256"/>
        </pc:sldMkLst>
        <pc:spChg chg="mod ord">
          <ac:chgData name="Clara Maria Ferreira" userId="S::clara.ferreira@ae-ginestalmachado.pt::0636389c-ff33-46cc-b19e-1fe4ab6f5cb6" providerId="AD" clId="Web-{1299F261-6292-73CB-E369-0EF21B7B7B61}" dt="2026-09-30T12:02:42.675" v="222"/>
          <ac:spMkLst>
            <pc:docMk/>
            <pc:sldMk cId="988977761" sldId="256"/>
            <ac:spMk id="2" creationId="{00000000-0000-0000-0000-000000000000}"/>
          </ac:spMkLst>
        </pc:spChg>
        <pc:spChg chg="mod ord">
          <ac:chgData name="Clara Maria Ferreira" userId="S::clara.ferreira@ae-ginestalmachado.pt::0636389c-ff33-46cc-b19e-1fe4ab6f5cb6" providerId="AD" clId="Web-{1299F261-6292-73CB-E369-0EF21B7B7B61}" dt="2026-09-30T12:02:42.675" v="222"/>
          <ac:spMkLst>
            <pc:docMk/>
            <pc:sldMk cId="988977761" sldId="256"/>
            <ac:spMk id="3" creationId="{00000000-0000-0000-0000-000000000000}"/>
          </ac:spMkLst>
        </pc:spChg>
        <pc:spChg chg="del">
          <ac:chgData name="Clara Maria Ferreira" userId="S::clara.ferreira@ae-ginestalmachado.pt::0636389c-ff33-46cc-b19e-1fe4ab6f5cb6" providerId="AD" clId="Web-{1299F261-6292-73CB-E369-0EF21B7B7B61}" dt="2026-09-30T11:44:45.120" v="82"/>
          <ac:spMkLst>
            <pc:docMk/>
            <pc:sldMk cId="988977761" sldId="256"/>
            <ac:spMk id="5" creationId="{0D11122E-E982-4BDE-B647-CC3FFA523A58}"/>
          </ac:spMkLst>
        </pc:spChg>
        <pc:spChg chg="del">
          <ac:chgData name="Clara Maria Ferreira" userId="S::clara.ferreira@ae-ginestalmachado.pt::0636389c-ff33-46cc-b19e-1fe4ab6f5cb6" providerId="AD" clId="Web-{1299F261-6292-73CB-E369-0EF21B7B7B61}" dt="2026-09-30T11:44:45.120" v="82"/>
          <ac:spMkLst>
            <pc:docMk/>
            <pc:sldMk cId="988977761" sldId="256"/>
            <ac:spMk id="6" creationId="{C46212EE-01CC-454A-833C-B8485AA4C077}"/>
          </ac:spMkLst>
        </pc:spChg>
        <pc:spChg chg="del">
          <ac:chgData name="Clara Maria Ferreira" userId="S::clara.ferreira@ae-ginestalmachado.pt::0636389c-ff33-46cc-b19e-1fe4ab6f5cb6" providerId="AD" clId="Web-{1299F261-6292-73CB-E369-0EF21B7B7B61}" dt="2026-09-30T11:44:45.120" v="82"/>
          <ac:spMkLst>
            <pc:docMk/>
            <pc:sldMk cId="988977761" sldId="256"/>
            <ac:spMk id="7" creationId="{CDC77849-3BD1-4E59-BF04-13EDE548617B}"/>
          </ac:spMkLst>
        </pc:spChg>
        <pc:picChg chg="add del mod">
          <ac:chgData name="Clara Maria Ferreira" userId="S::clara.ferreira@ae-ginestalmachado.pt::0636389c-ff33-46cc-b19e-1fe4ab6f5cb6" providerId="AD" clId="Web-{1299F261-6292-73CB-E369-0EF21B7B7B61}" dt="2026-09-30T11:53:55.375" v="158" actId="1076"/>
          <ac:picMkLst>
            <pc:docMk/>
            <pc:sldMk cId="988977761" sldId="256"/>
            <ac:picMk id="4" creationId="{BBE74225-0F1D-E661-EF9B-157BEAAC1EC3}"/>
          </ac:picMkLst>
        </pc:picChg>
      </pc:sldChg>
      <pc:sldChg chg="addSp modSp mod setBg modClrScheme chgLayout">
        <pc:chgData name="Clara Maria Ferreira" userId="S::clara.ferreira@ae-ginestalmachado.pt::0636389c-ff33-46cc-b19e-1fe4ab6f5cb6" providerId="AD" clId="Web-{1299F261-6292-73CB-E369-0EF21B7B7B61}" dt="2026-09-30T12:02:56.192" v="223"/>
        <pc:sldMkLst>
          <pc:docMk/>
          <pc:sldMk cId="2632080617" sldId="257"/>
        </pc:sldMkLst>
        <pc:spChg chg="mod ord">
          <ac:chgData name="Clara Maria Ferreira" userId="S::clara.ferreira@ae-ginestalmachado.pt::0636389c-ff33-46cc-b19e-1fe4ab6f5cb6" providerId="AD" clId="Web-{1299F261-6292-73CB-E369-0EF21B7B7B61}" dt="2026-09-30T12:02:56.192" v="223"/>
          <ac:spMkLst>
            <pc:docMk/>
            <pc:sldMk cId="2632080617" sldId="257"/>
            <ac:spMk id="2" creationId="{581B77D0-195C-57B6-95E4-2C848F5C0BC0}"/>
          </ac:spMkLst>
        </pc:spChg>
        <pc:spChg chg="mod ord">
          <ac:chgData name="Clara Maria Ferreira" userId="S::clara.ferreira@ae-ginestalmachado.pt::0636389c-ff33-46cc-b19e-1fe4ab6f5cb6" providerId="AD" clId="Web-{1299F261-6292-73CB-E369-0EF21B7B7B61}" dt="2026-09-30T12:02:56.192" v="223"/>
          <ac:spMkLst>
            <pc:docMk/>
            <pc:sldMk cId="2632080617" sldId="257"/>
            <ac:spMk id="3" creationId="{1FA98DF3-568A-2BE2-AF2D-45717E466EE8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02:56.192" v="223"/>
          <ac:spMkLst>
            <pc:docMk/>
            <pc:sldMk cId="2632080617" sldId="257"/>
            <ac:spMk id="9" creationId="{8DB9BC10-DABC-48C4-BF24-E621264B0A19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02:56.192" v="223"/>
          <ac:spMkLst>
            <pc:docMk/>
            <pc:sldMk cId="2632080617" sldId="257"/>
            <ac:spMk id="11" creationId="{38348FA2-1392-4EC3-AF8B-6A64B797C7A9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02:56.192" v="223"/>
          <ac:spMkLst>
            <pc:docMk/>
            <pc:sldMk cId="2632080617" sldId="257"/>
            <ac:spMk id="13" creationId="{93CB2C36-347C-4705-BC75-94EAB8FF83B9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02:56.192" v="223"/>
          <ac:spMkLst>
            <pc:docMk/>
            <pc:sldMk cId="2632080617" sldId="257"/>
            <ac:spMk id="15" creationId="{4437D23E-7DA0-4020-B991-9734AB977433}"/>
          </ac:spMkLst>
        </pc:spChg>
        <pc:picChg chg="mod">
          <ac:chgData name="Clara Maria Ferreira" userId="S::clara.ferreira@ae-ginestalmachado.pt::0636389c-ff33-46cc-b19e-1fe4ab6f5cb6" providerId="AD" clId="Web-{1299F261-6292-73CB-E369-0EF21B7B7B61}" dt="2026-09-30T12:02:56.192" v="223"/>
          <ac:picMkLst>
            <pc:docMk/>
            <pc:sldMk cId="2632080617" sldId="257"/>
            <ac:picMk id="4" creationId="{21412351-CC0D-0DC6-2ED8-55B558464782}"/>
          </ac:picMkLst>
        </pc:picChg>
      </pc:sldChg>
      <pc:sldChg chg="addSp delSp modSp mod setBg modClrScheme chgLayout">
        <pc:chgData name="Clara Maria Ferreira" userId="S::clara.ferreira@ae-ginestalmachado.pt::0636389c-ff33-46cc-b19e-1fe4ab6f5cb6" providerId="AD" clId="Web-{1299F261-6292-73CB-E369-0EF21B7B7B61}" dt="2026-09-30T12:09:30.470" v="390"/>
        <pc:sldMkLst>
          <pc:docMk/>
          <pc:sldMk cId="3516746729" sldId="258"/>
        </pc:sldMkLst>
        <pc:spChg chg="mod ord">
          <ac:chgData name="Clara Maria Ferreira" userId="S::clara.ferreira@ae-ginestalmachado.pt::0636389c-ff33-46cc-b19e-1fe4ab6f5cb6" providerId="AD" clId="Web-{1299F261-6292-73CB-E369-0EF21B7B7B61}" dt="2026-09-30T12:08:11.994" v="306"/>
          <ac:spMkLst>
            <pc:docMk/>
            <pc:sldMk cId="3516746729" sldId="258"/>
            <ac:spMk id="2" creationId="{96EBE1B1-3608-3927-46DE-71C31C40E162}"/>
          </ac:spMkLst>
        </pc:spChg>
        <pc:spChg chg="mod ord">
          <ac:chgData name="Clara Maria Ferreira" userId="S::clara.ferreira@ae-ginestalmachado.pt::0636389c-ff33-46cc-b19e-1fe4ab6f5cb6" providerId="AD" clId="Web-{1299F261-6292-73CB-E369-0EF21B7B7B61}" dt="2026-09-30T12:08:11.994" v="306"/>
          <ac:spMkLst>
            <pc:docMk/>
            <pc:sldMk cId="3516746729" sldId="258"/>
            <ac:spMk id="3" creationId="{ECAE88D4-2D36-A0AD-91EF-51E9579F6839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8:29.245" v="310"/>
          <ac:spMkLst>
            <pc:docMk/>
            <pc:sldMk cId="3516746729" sldId="258"/>
            <ac:spMk id="9" creationId="{8DB9BC10-DABC-48C4-BF24-E621264B0A19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8:29.245" v="310"/>
          <ac:spMkLst>
            <pc:docMk/>
            <pc:sldMk cId="3516746729" sldId="258"/>
            <ac:spMk id="11" creationId="{38348FA2-1392-4EC3-AF8B-6A64B797C7A9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8:29.245" v="310"/>
          <ac:spMkLst>
            <pc:docMk/>
            <pc:sldMk cId="3516746729" sldId="258"/>
            <ac:spMk id="13" creationId="{93CB2C36-347C-4705-BC75-94EAB8FF83B9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8:29.245" v="310"/>
          <ac:spMkLst>
            <pc:docMk/>
            <pc:sldMk cId="3516746729" sldId="258"/>
            <ac:spMk id="15" creationId="{4437D23E-7DA0-4020-B991-9734AB977433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8:11.994" v="306"/>
          <ac:spMkLst>
            <pc:docMk/>
            <pc:sldMk cId="3516746729" sldId="258"/>
            <ac:spMk id="20" creationId="{D7B67C8B-C015-4C06-B886-6316A0BB3D86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8:11.994" v="306"/>
          <ac:spMkLst>
            <pc:docMk/>
            <pc:sldMk cId="3516746729" sldId="258"/>
            <ac:spMk id="22" creationId="{6273E6A2-6B02-4AE4-8309-CB2004F21B85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8:11.994" v="306"/>
          <ac:spMkLst>
            <pc:docMk/>
            <pc:sldMk cId="3516746729" sldId="258"/>
            <ac:spMk id="24" creationId="{53E12C6B-97EC-4BE9-A226-D81D570E6D9A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8:29.245" v="310"/>
          <ac:spMkLst>
            <pc:docMk/>
            <pc:sldMk cId="3516746729" sldId="258"/>
            <ac:spMk id="26" creationId="{4437D23E-7DA0-4020-B991-9734AB977433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8:29.245" v="310"/>
          <ac:spMkLst>
            <pc:docMk/>
            <pc:sldMk cId="3516746729" sldId="258"/>
            <ac:spMk id="27" creationId="{8DB9BC10-DABC-48C4-BF24-E621264B0A19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8:29.245" v="310"/>
          <ac:spMkLst>
            <pc:docMk/>
            <pc:sldMk cId="3516746729" sldId="258"/>
            <ac:spMk id="28" creationId="{38348FA2-1392-4EC3-AF8B-6A64B797C7A9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8:29.245" v="310"/>
          <ac:spMkLst>
            <pc:docMk/>
            <pc:sldMk cId="3516746729" sldId="258"/>
            <ac:spMk id="29" creationId="{93CB2C36-347C-4705-BC75-94EAB8FF83B9}"/>
          </ac:spMkLst>
        </pc:spChg>
        <pc:graphicFrameChg chg="mod modGraphic">
          <ac:chgData name="Clara Maria Ferreira" userId="S::clara.ferreira@ae-ginestalmachado.pt::0636389c-ff33-46cc-b19e-1fe4ab6f5cb6" providerId="AD" clId="Web-{1299F261-6292-73CB-E369-0EF21B7B7B61}" dt="2026-09-30T12:09:30.470" v="390"/>
          <ac:graphicFrameMkLst>
            <pc:docMk/>
            <pc:sldMk cId="3516746729" sldId="258"/>
            <ac:graphicFrameMk id="4" creationId="{390C604B-5589-DD7C-794A-DF837BA69C06}"/>
          </ac:graphicFrameMkLst>
        </pc:graphicFrameChg>
      </pc:sldChg>
      <pc:sldChg chg="addSp delSp modSp mod setBg modClrScheme delDesignElem chgLayout">
        <pc:chgData name="Clara Maria Ferreira" userId="S::clara.ferreira@ae-ginestalmachado.pt::0636389c-ff33-46cc-b19e-1fe4ab6f5cb6" providerId="AD" clId="Web-{1299F261-6292-73CB-E369-0EF21B7B7B61}" dt="2026-09-30T12:06:31.237" v="258" actId="20577"/>
        <pc:sldMkLst>
          <pc:docMk/>
          <pc:sldMk cId="3661243856" sldId="259"/>
        </pc:sldMkLst>
        <pc:spChg chg="mod ord">
          <ac:chgData name="Clara Maria Ferreira" userId="S::clara.ferreira@ae-ginestalmachado.pt::0636389c-ff33-46cc-b19e-1fe4ab6f5cb6" providerId="AD" clId="Web-{1299F261-6292-73CB-E369-0EF21B7B7B61}" dt="2026-09-30T12:03:12.740" v="225"/>
          <ac:spMkLst>
            <pc:docMk/>
            <pc:sldMk cId="3661243856" sldId="259"/>
            <ac:spMk id="2" creationId="{058BB713-1233-080C-18A1-151E08093D4B}"/>
          </ac:spMkLst>
        </pc:spChg>
        <pc:spChg chg="mod ord">
          <ac:chgData name="Clara Maria Ferreira" userId="S::clara.ferreira@ae-ginestalmachado.pt::0636389c-ff33-46cc-b19e-1fe4ab6f5cb6" providerId="AD" clId="Web-{1299F261-6292-73CB-E369-0EF21B7B7B61}" dt="2026-09-30T12:06:31.237" v="258" actId="20577"/>
          <ac:spMkLst>
            <pc:docMk/>
            <pc:sldMk cId="3661243856" sldId="259"/>
            <ac:spMk id="3" creationId="{62228140-E6EE-EB53-B249-0BDBAAE9387D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1:52.563" v="216"/>
          <ac:spMkLst>
            <pc:docMk/>
            <pc:sldMk cId="3661243856" sldId="259"/>
            <ac:spMk id="9" creationId="{60C2BF78-EE5B-49C7-ADD9-58CDBD13E3AA}"/>
          </ac:spMkLst>
        </pc:spChg>
        <pc:picChg chg="del mod">
          <ac:chgData name="Clara Maria Ferreira" userId="S::clara.ferreira@ae-ginestalmachado.pt::0636389c-ff33-46cc-b19e-1fe4ab6f5cb6" providerId="AD" clId="Web-{1299F261-6292-73CB-E369-0EF21B7B7B61}" dt="2026-09-30T12:03:15.818" v="226"/>
          <ac:picMkLst>
            <pc:docMk/>
            <pc:sldMk cId="3661243856" sldId="259"/>
            <ac:picMk id="4" creationId="{D7014E6E-C29E-2F43-1D69-8F42B2DA25BD}"/>
          </ac:picMkLst>
        </pc:picChg>
        <pc:picChg chg="add mod">
          <ac:chgData name="Clara Maria Ferreira" userId="S::clara.ferreira@ae-ginestalmachado.pt::0636389c-ff33-46cc-b19e-1fe4ab6f5cb6" providerId="AD" clId="Web-{1299F261-6292-73CB-E369-0EF21B7B7B61}" dt="2026-09-30T12:04:09.071" v="228"/>
          <ac:picMkLst>
            <pc:docMk/>
            <pc:sldMk cId="3661243856" sldId="259"/>
            <ac:picMk id="5" creationId="{CD62B303-958E-3423-CE41-4E78945CC5D0}"/>
          </ac:picMkLst>
        </pc:picChg>
      </pc:sldChg>
      <pc:sldChg chg="addSp delSp modSp mod setBg modClrScheme delDesignElem chgLayout">
        <pc:chgData name="Clara Maria Ferreira" userId="S::clara.ferreira@ae-ginestalmachado.pt::0636389c-ff33-46cc-b19e-1fe4ab6f5cb6" providerId="AD" clId="Web-{1299F261-6292-73CB-E369-0EF21B7B7B61}" dt="2026-09-30T12:06:25.174" v="256" actId="20577"/>
        <pc:sldMkLst>
          <pc:docMk/>
          <pc:sldMk cId="1867611850" sldId="260"/>
        </pc:sldMkLst>
        <pc:spChg chg="mod ord">
          <ac:chgData name="Clara Maria Ferreira" userId="S::clara.ferreira@ae-ginestalmachado.pt::0636389c-ff33-46cc-b19e-1fe4ab6f5cb6" providerId="AD" clId="Web-{1299F261-6292-73CB-E369-0EF21B7B7B61}" dt="2026-09-30T12:04:16.884" v="229"/>
          <ac:spMkLst>
            <pc:docMk/>
            <pc:sldMk cId="1867611850" sldId="260"/>
            <ac:spMk id="2" creationId="{BB6DF4FC-8D5C-98B2-C745-AFF13E97CC82}"/>
          </ac:spMkLst>
        </pc:spChg>
        <pc:spChg chg="mod ord">
          <ac:chgData name="Clara Maria Ferreira" userId="S::clara.ferreira@ae-ginestalmachado.pt::0636389c-ff33-46cc-b19e-1fe4ab6f5cb6" providerId="AD" clId="Web-{1299F261-6292-73CB-E369-0EF21B7B7B61}" dt="2026-09-30T12:06:25.174" v="256" actId="20577"/>
          <ac:spMkLst>
            <pc:docMk/>
            <pc:sldMk cId="1867611850" sldId="260"/>
            <ac:spMk id="3" creationId="{D7E8B28A-BF91-097C-1559-57F7E7E5B51D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1:52.563" v="216"/>
          <ac:spMkLst>
            <pc:docMk/>
            <pc:sldMk cId="1867611850" sldId="260"/>
            <ac:spMk id="9" creationId="{50CF6C96-4596-4D83-A9F9-A3AB22AB4D89}"/>
          </ac:spMkLst>
        </pc:spChg>
        <pc:picChg chg="add mod">
          <ac:chgData name="Clara Maria Ferreira" userId="S::clara.ferreira@ae-ginestalmachado.pt::0636389c-ff33-46cc-b19e-1fe4ab6f5cb6" providerId="AD" clId="Web-{1299F261-6292-73CB-E369-0EF21B7B7B61}" dt="2026-09-30T12:04:16.884" v="229"/>
          <ac:picMkLst>
            <pc:docMk/>
            <pc:sldMk cId="1867611850" sldId="260"/>
            <ac:picMk id="4" creationId="{24893FAD-AF59-C99A-87D1-9AE6E3A1D52F}"/>
          </ac:picMkLst>
        </pc:picChg>
        <pc:picChg chg="del">
          <ac:chgData name="Clara Maria Ferreira" userId="S::clara.ferreira@ae-ginestalmachado.pt::0636389c-ff33-46cc-b19e-1fe4ab6f5cb6" providerId="AD" clId="Web-{1299F261-6292-73CB-E369-0EF21B7B7B61}" dt="2026-09-30T09:24:39.056" v="2"/>
          <ac:picMkLst>
            <pc:docMk/>
            <pc:sldMk cId="1867611850" sldId="260"/>
            <ac:picMk id="5" creationId="{2FBF1874-5304-43A2-FDAD-FC6D8313BA43}"/>
          </ac:picMkLst>
        </pc:picChg>
      </pc:sldChg>
      <pc:sldChg chg="addSp delSp modSp new mod setBg modClrScheme delDesignElem chgLayout">
        <pc:chgData name="Clara Maria Ferreira" userId="S::clara.ferreira@ae-ginestalmachado.pt::0636389c-ff33-46cc-b19e-1fe4ab6f5cb6" providerId="AD" clId="Web-{1299F261-6292-73CB-E369-0EF21B7B7B61}" dt="2026-09-30T12:11:02.896" v="395" actId="1076"/>
        <pc:sldMkLst>
          <pc:docMk/>
          <pc:sldMk cId="912040367" sldId="261"/>
        </pc:sldMkLst>
        <pc:spChg chg="mod ord">
          <ac:chgData name="Clara Maria Ferreira" userId="S::clara.ferreira@ae-ginestalmachado.pt::0636389c-ff33-46cc-b19e-1fe4ab6f5cb6" providerId="AD" clId="Web-{1299F261-6292-73CB-E369-0EF21B7B7B61}" dt="2026-09-30T12:04:22.994" v="230"/>
          <ac:spMkLst>
            <pc:docMk/>
            <pc:sldMk cId="912040367" sldId="261"/>
            <ac:spMk id="2" creationId="{3CCBC3B9-9ADA-747A-8AEE-85508C325FAD}"/>
          </ac:spMkLst>
        </pc:spChg>
        <pc:spChg chg="mod ord">
          <ac:chgData name="Clara Maria Ferreira" userId="S::clara.ferreira@ae-ginestalmachado.pt::0636389c-ff33-46cc-b19e-1fe4ab6f5cb6" providerId="AD" clId="Web-{1299F261-6292-73CB-E369-0EF21B7B7B61}" dt="2026-09-30T12:06:12.345" v="253" actId="20577"/>
          <ac:spMkLst>
            <pc:docMk/>
            <pc:sldMk cId="912040367" sldId="261"/>
            <ac:spMk id="3" creationId="{75780A93-F799-AE40-764C-5A8DA9BF3136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04:22.994" v="230"/>
          <ac:spMkLst>
            <pc:docMk/>
            <pc:sldMk cId="912040367" sldId="261"/>
            <ac:spMk id="6" creationId="{BCCA001F-96BC-4B90-8E8E-C57A71CBEC54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1:52.563" v="216"/>
          <ac:spMkLst>
            <pc:docMk/>
            <pc:sldMk cId="912040367" sldId="261"/>
            <ac:spMk id="9" creationId="{60C2BF78-EE5B-49C7-ADD9-58CDBD13E3AA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04:22.994" v="230"/>
          <ac:spMkLst>
            <pc:docMk/>
            <pc:sldMk cId="912040367" sldId="261"/>
            <ac:spMk id="11" creationId="{76249615-E479-4FED-952F-F16BADB21007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04:22.994" v="230"/>
          <ac:spMkLst>
            <pc:docMk/>
            <pc:sldMk cId="912040367" sldId="261"/>
            <ac:spMk id="13" creationId="{1E866DA6-165C-4E69-93E5-E701B6B9224E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04:22.994" v="230"/>
          <ac:spMkLst>
            <pc:docMk/>
            <pc:sldMk cId="912040367" sldId="261"/>
            <ac:spMk id="15" creationId="{2E26EE37-584B-42B5-A4D3-878F365D6FFB}"/>
          </ac:spMkLst>
        </pc:spChg>
        <pc:picChg chg="add mod">
          <ac:chgData name="Clara Maria Ferreira" userId="S::clara.ferreira@ae-ginestalmachado.pt::0636389c-ff33-46cc-b19e-1fe4ab6f5cb6" providerId="AD" clId="Web-{1299F261-6292-73CB-E369-0EF21B7B7B61}" dt="2026-09-30T12:11:02.896" v="395" actId="1076"/>
          <ac:picMkLst>
            <pc:docMk/>
            <pc:sldMk cId="912040367" sldId="261"/>
            <ac:picMk id="4" creationId="{76EEDDFC-2037-54FC-5AED-0A3337133865}"/>
          </ac:picMkLst>
        </pc:picChg>
      </pc:sldChg>
      <pc:sldChg chg="add del">
        <pc:chgData name="Clara Maria Ferreira" userId="S::clara.ferreira@ae-ginestalmachado.pt::0636389c-ff33-46cc-b19e-1fe4ab6f5cb6" providerId="AD" clId="Web-{1299F261-6292-73CB-E369-0EF21B7B7B61}" dt="2026-09-30T11:45:13.153" v="85"/>
        <pc:sldMkLst>
          <pc:docMk/>
          <pc:sldMk cId="1281808752" sldId="262"/>
        </pc:sldMkLst>
      </pc:sldChg>
      <pc:sldChg chg="addSp delSp modSp new add del mod setBg modClrScheme setClrOvrMap delDesignElem chgLayout">
        <pc:chgData name="Clara Maria Ferreira" userId="S::clara.ferreira@ae-ginestalmachado.pt::0636389c-ff33-46cc-b19e-1fe4ab6f5cb6" providerId="AD" clId="Web-{1299F261-6292-73CB-E369-0EF21B7B7B61}" dt="2026-09-30T12:05:45.047" v="249"/>
        <pc:sldMkLst>
          <pc:docMk/>
          <pc:sldMk cId="2652565610" sldId="262"/>
        </pc:sldMkLst>
        <pc:spChg chg="mod ord">
          <ac:chgData name="Clara Maria Ferreira" userId="S::clara.ferreira@ae-ginestalmachado.pt::0636389c-ff33-46cc-b19e-1fe4ab6f5cb6" providerId="AD" clId="Web-{1299F261-6292-73CB-E369-0EF21B7B7B61}" dt="2026-09-30T12:05:06.015" v="236"/>
          <ac:spMkLst>
            <pc:docMk/>
            <pc:sldMk cId="2652565610" sldId="262"/>
            <ac:spMk id="2" creationId="{1377C447-652B-685F-1BAA-F131A532A289}"/>
          </ac:spMkLst>
        </pc:spChg>
        <pc:spChg chg="add del mod ord">
          <ac:chgData name="Clara Maria Ferreira" userId="S::clara.ferreira@ae-ginestalmachado.pt::0636389c-ff33-46cc-b19e-1fe4ab6f5cb6" providerId="AD" clId="Web-{1299F261-6292-73CB-E369-0EF21B7B7B61}" dt="2026-09-30T11:57:30.483" v="207"/>
          <ac:spMkLst>
            <pc:docMk/>
            <pc:sldMk cId="2652565610" sldId="262"/>
            <ac:spMk id="3" creationId="{F6BF6811-1236-4657-A2DE-DFE6C4FAA670}"/>
          </ac:spMkLst>
        </pc:spChg>
        <pc:spChg chg="mod ord">
          <ac:chgData name="Clara Maria Ferreira" userId="S::clara.ferreira@ae-ginestalmachado.pt::0636389c-ff33-46cc-b19e-1fe4ab6f5cb6" providerId="AD" clId="Web-{1299F261-6292-73CB-E369-0EF21B7B7B61}" dt="2026-09-30T12:05:06.015" v="236"/>
          <ac:spMkLst>
            <pc:docMk/>
            <pc:sldMk cId="2652565610" sldId="262"/>
            <ac:spMk id="4" creationId="{94915171-2EDB-4C9D-C038-C15393C5878B}"/>
          </ac:spMkLst>
        </pc:spChg>
        <pc:spChg chg="del">
          <ac:chgData name="Clara Maria Ferreira" userId="S::clara.ferreira@ae-ginestalmachado.pt::0636389c-ff33-46cc-b19e-1fe4ab6f5cb6" providerId="AD" clId="Web-{1299F261-6292-73CB-E369-0EF21B7B7B61}" dt="2026-09-30T11:53:14.497" v="154"/>
          <ac:spMkLst>
            <pc:docMk/>
            <pc:sldMk cId="2652565610" sldId="262"/>
            <ac:spMk id="5" creationId="{E173B292-8622-000C-C86B-A3A9E44958D3}"/>
          </ac:spMkLst>
        </pc:spChg>
        <pc:spChg chg="del">
          <ac:chgData name="Clara Maria Ferreira" userId="S::clara.ferreira@ae-ginestalmachado.pt::0636389c-ff33-46cc-b19e-1fe4ab6f5cb6" providerId="AD" clId="Web-{1299F261-6292-73CB-E369-0EF21B7B7B61}" dt="2026-09-30T11:53:24.295" v="155"/>
          <ac:spMkLst>
            <pc:docMk/>
            <pc:sldMk cId="2652565610" sldId="262"/>
            <ac:spMk id="6" creationId="{F5E5BF3D-0E35-1EC2-8FE4-1BEBA276F6FE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1:57:46.156" v="210"/>
          <ac:spMkLst>
            <pc:docMk/>
            <pc:sldMk cId="2652565610" sldId="262"/>
            <ac:spMk id="9" creationId="{8BA3D8AB-075F-4BA0-86FD-E58CCD85BC6E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1:57:30.467" v="206"/>
          <ac:spMkLst>
            <pc:docMk/>
            <pc:sldMk cId="2652565610" sldId="262"/>
            <ac:spMk id="10" creationId="{C68C397E-C9BC-4DE8-986D-204E427AD949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1:57:46.156" v="210"/>
          <ac:spMkLst>
            <pc:docMk/>
            <pc:sldMk cId="2652565610" sldId="262"/>
            <ac:spMk id="11" creationId="{5DB0431E-0B04-44A1-9C51-531E28D18A60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1:57:30.467" v="206"/>
          <ac:spMkLst>
            <pc:docMk/>
            <pc:sldMk cId="2652565610" sldId="262"/>
            <ac:spMk id="12" creationId="{876248C8-0720-48AB-91BA-5F530BB41E5E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1:57:46.156" v="210"/>
          <ac:spMkLst>
            <pc:docMk/>
            <pc:sldMk cId="2652565610" sldId="262"/>
            <ac:spMk id="13" creationId="{6B424749-EEE0-49C9-9ABF-97B171A3EA00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1:57:30.467" v="206"/>
          <ac:spMkLst>
            <pc:docMk/>
            <pc:sldMk cId="2652565610" sldId="262"/>
            <ac:spMk id="14" creationId="{523BEDA7-D0B8-4802-8168-92452653BC9F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1:57:30.467" v="206"/>
          <ac:spMkLst>
            <pc:docMk/>
            <pc:sldMk cId="2652565610" sldId="262"/>
            <ac:spMk id="16" creationId="{D2EFF34B-7B1A-4F9D-8CEE-A40962BC7C21}"/>
          </ac:spMkLst>
        </pc:spChg>
        <pc:spChg chg="add mod ord">
          <ac:chgData name="Clara Maria Ferreira" userId="S::clara.ferreira@ae-ginestalmachado.pt::0636389c-ff33-46cc-b19e-1fe4ab6f5cb6" providerId="AD" clId="Web-{1299F261-6292-73CB-E369-0EF21B7B7B61}" dt="2026-09-30T12:05:23.342" v="238" actId="20577"/>
          <ac:spMkLst>
            <pc:docMk/>
            <pc:sldMk cId="2652565610" sldId="262"/>
            <ac:spMk id="18" creationId="{F6BF6811-1236-4657-A2DE-DFE6C4FAA670}"/>
          </ac:spMkLst>
        </pc:spChg>
        <pc:spChg chg="add del mod ord">
          <ac:chgData name="Clara Maria Ferreira" userId="S::clara.ferreira@ae-ginestalmachado.pt::0636389c-ff33-46cc-b19e-1fe4ab6f5cb6" providerId="AD" clId="Web-{1299F261-6292-73CB-E369-0EF21B7B7B61}" dt="2026-09-30T12:05:06.015" v="236"/>
          <ac:spMkLst>
            <pc:docMk/>
            <pc:sldMk cId="2652565610" sldId="262"/>
            <ac:spMk id="27" creationId="{85978065-4D2A-B124-D3DD-2A9EC2FAE571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1:52.563" v="216"/>
          <ac:spMkLst>
            <pc:docMk/>
            <pc:sldMk cId="2652565610" sldId="262"/>
            <ac:spMk id="31" creationId="{5B6D324E-2D03-4162-AF1E-D5E32234E254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1:52.563" v="216"/>
          <ac:spMkLst>
            <pc:docMk/>
            <pc:sldMk cId="2652565610" sldId="262"/>
            <ac:spMk id="33" creationId="{60C2BF78-EE5B-49C7-ADD9-58CDBD13E3AA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5:06.015" v="236"/>
          <ac:spMkLst>
            <pc:docMk/>
            <pc:sldMk cId="2652565610" sldId="262"/>
            <ac:spMk id="35" creationId="{845D3C1D-A85C-44EE-A21E-2DAAEC79F14E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5:06.015" v="236"/>
          <ac:spMkLst>
            <pc:docMk/>
            <pc:sldMk cId="2652565610" sldId="262"/>
            <ac:spMk id="41" creationId="{D987E165-75F1-443C-9A05-ADC511C3375C}"/>
          </ac:spMkLst>
        </pc:spChg>
        <pc:spChg chg="add del">
          <ac:chgData name="Clara Maria Ferreira" userId="S::clara.ferreira@ae-ginestalmachado.pt::0636389c-ff33-46cc-b19e-1fe4ab6f5cb6" providerId="AD" clId="Web-{1299F261-6292-73CB-E369-0EF21B7B7B61}" dt="2026-09-30T12:05:06.015" v="236"/>
          <ac:spMkLst>
            <pc:docMk/>
            <pc:sldMk cId="2652565610" sldId="262"/>
            <ac:spMk id="43" creationId="{C9D93294-082B-4702-A842-D717A68A001E}"/>
          </ac:spMkLst>
        </pc:spChg>
        <pc:graphicFrameChg chg="add del">
          <ac:chgData name="Clara Maria Ferreira" userId="S::clara.ferreira@ae-ginestalmachado.pt::0636389c-ff33-46cc-b19e-1fe4ab6f5cb6" providerId="AD" clId="Web-{1299F261-6292-73CB-E369-0EF21B7B7B61}" dt="2026-09-30T11:57:30.467" v="206"/>
          <ac:graphicFrameMkLst>
            <pc:docMk/>
            <pc:sldMk cId="2652565610" sldId="262"/>
            <ac:graphicFrameMk id="7" creationId="{0183FD53-BED3-C646-28B3-3224172CBF21}"/>
          </ac:graphicFrameMkLst>
        </pc:graphicFrameChg>
        <pc:picChg chg="add del mod ord">
          <ac:chgData name="Clara Maria Ferreira" userId="S::clara.ferreira@ae-ginestalmachado.pt::0636389c-ff33-46cc-b19e-1fe4ab6f5cb6" providerId="AD" clId="Web-{1299F261-6292-73CB-E369-0EF21B7B7B61}" dt="2026-09-30T12:05:05.263" v="235"/>
          <ac:picMkLst>
            <pc:docMk/>
            <pc:sldMk cId="2652565610" sldId="262"/>
            <ac:picMk id="26" creationId="{EFDA6BAF-9784-7485-2846-1F113DECAB74}"/>
          </ac:picMkLst>
        </pc:picChg>
        <pc:picChg chg="add del">
          <ac:chgData name="Clara Maria Ferreira" userId="S::clara.ferreira@ae-ginestalmachado.pt::0636389c-ff33-46cc-b19e-1fe4ab6f5cb6" providerId="AD" clId="Web-{1299F261-6292-73CB-E369-0EF21B7B7B61}" dt="2026-09-30T12:05:06.015" v="236"/>
          <ac:picMkLst>
            <pc:docMk/>
            <pc:sldMk cId="2652565610" sldId="262"/>
            <ac:picMk id="28" creationId="{C0F4014E-6BAF-4F6C-B8CE-81A4D8F8801E}"/>
          </ac:picMkLst>
        </pc:picChg>
        <pc:picChg chg="del">
          <ac:chgData name="Clara Maria Ferreira" userId="S::clara.ferreira@ae-ginestalmachado.pt::0636389c-ff33-46cc-b19e-1fe4ab6f5cb6" providerId="AD" clId="Web-{1299F261-6292-73CB-E369-0EF21B7B7B61}" dt="2026-09-30T12:04:58.153" v="233"/>
          <ac:picMkLst>
            <pc:docMk/>
            <pc:sldMk cId="2652565610" sldId="262"/>
            <ac:picMk id="29" creationId="{B891C919-1CCE-4DE8-BCB6-6D4A823ABA63}"/>
          </ac:picMkLst>
        </pc:picChg>
        <pc:picChg chg="add">
          <ac:chgData name="Clara Maria Ferreira" userId="S::clara.ferreira@ae-ginestalmachado.pt::0636389c-ff33-46cc-b19e-1fe4ab6f5cb6" providerId="AD" clId="Web-{1299F261-6292-73CB-E369-0EF21B7B7B61}" dt="2026-09-30T12:05:06.015" v="236"/>
          <ac:picMkLst>
            <pc:docMk/>
            <pc:sldMk cId="2652565610" sldId="262"/>
            <ac:picMk id="37" creationId="{1272C03D-FF5F-4787-9923-252D8F950C24}"/>
          </ac:picMkLst>
        </pc:picChg>
        <pc:picChg chg="add del">
          <ac:chgData name="Clara Maria Ferreira" userId="S::clara.ferreira@ae-ginestalmachado.pt::0636389c-ff33-46cc-b19e-1fe4ab6f5cb6" providerId="AD" clId="Web-{1299F261-6292-73CB-E369-0EF21B7B7B61}" dt="2026-09-30T12:05:06.015" v="236"/>
          <ac:picMkLst>
            <pc:docMk/>
            <pc:sldMk cId="2652565610" sldId="262"/>
            <ac:picMk id="39" creationId="{809E94B5-14C4-4FFC-A641-4DD9C0733BEC}"/>
          </ac:picMkLst>
        </pc:picChg>
      </pc:sldChg>
      <pc:sldChg chg="modSp new del">
        <pc:chgData name="Clara Maria Ferreira" userId="S::clara.ferreira@ae-ginestalmachado.pt::0636389c-ff33-46cc-b19e-1fe4ab6f5cb6" providerId="AD" clId="Web-{1299F261-6292-73CB-E369-0EF21B7B7B61}" dt="2026-09-30T11:56:22.135" v="197"/>
        <pc:sldMkLst>
          <pc:docMk/>
          <pc:sldMk cId="658650937" sldId="263"/>
        </pc:sldMkLst>
        <pc:spChg chg="mod">
          <ac:chgData name="Clara Maria Ferreira" userId="S::clara.ferreira@ae-ginestalmachado.pt::0636389c-ff33-46cc-b19e-1fe4ab6f5cb6" providerId="AD" clId="Web-{1299F261-6292-73CB-E369-0EF21B7B7B61}" dt="2026-09-30T11:55:28.131" v="172" actId="20577"/>
          <ac:spMkLst>
            <pc:docMk/>
            <pc:sldMk cId="658650937" sldId="263"/>
            <ac:spMk id="2" creationId="{EDE54C30-E58B-13A9-2B60-6308DD5E9DBB}"/>
          </ac:spMkLst>
        </pc:spChg>
        <pc:spChg chg="mod">
          <ac:chgData name="Clara Maria Ferreira" userId="S::clara.ferreira@ae-ginestalmachado.pt::0636389c-ff33-46cc-b19e-1fe4ab6f5cb6" providerId="AD" clId="Web-{1299F261-6292-73CB-E369-0EF21B7B7B61}" dt="2026-09-30T11:55:20.552" v="164" actId="20577"/>
          <ac:spMkLst>
            <pc:docMk/>
            <pc:sldMk cId="658650937" sldId="263"/>
            <ac:spMk id="3" creationId="{4899016D-19C0-1143-B50A-89E9EFF4D193}"/>
          </ac:spMkLst>
        </pc:spChg>
      </pc:sldChg>
      <pc:sldChg chg="new del">
        <pc:chgData name="Clara Maria Ferreira" userId="S::clara.ferreira@ae-ginestalmachado.pt::0636389c-ff33-46cc-b19e-1fe4ab6f5cb6" providerId="AD" clId="Web-{1299F261-6292-73CB-E369-0EF21B7B7B61}" dt="2026-09-30T11:56:27.541" v="199"/>
        <pc:sldMkLst>
          <pc:docMk/>
          <pc:sldMk cId="2194694373" sldId="263"/>
        </pc:sldMkLst>
      </pc:sldChg>
      <pc:sldChg chg="addSp delSp modSp add replId">
        <pc:chgData name="Clara Maria Ferreira" userId="S::clara.ferreira@ae-ginestalmachado.pt::0636389c-ff33-46cc-b19e-1fe4ab6f5cb6" providerId="AD" clId="Web-{1299F261-6292-73CB-E369-0EF21B7B7B61}" dt="2026-09-30T12:11:55.712" v="405" actId="14100"/>
        <pc:sldMkLst>
          <pc:docMk/>
          <pc:sldMk cId="3593253332" sldId="263"/>
        </pc:sldMkLst>
        <pc:spChg chg="mod">
          <ac:chgData name="Clara Maria Ferreira" userId="S::clara.ferreira@ae-ginestalmachado.pt::0636389c-ff33-46cc-b19e-1fe4ab6f5cb6" providerId="AD" clId="Web-{1299F261-6292-73CB-E369-0EF21B7B7B61}" dt="2026-09-30T12:11:45.180" v="402"/>
          <ac:spMkLst>
            <pc:docMk/>
            <pc:sldMk cId="3593253332" sldId="263"/>
            <ac:spMk id="2" creationId="{D0C6776C-4A98-9EE1-31CA-AE3CBC4EBC2C}"/>
          </ac:spMkLst>
        </pc:spChg>
        <pc:spChg chg="mod">
          <ac:chgData name="Clara Maria Ferreira" userId="S::clara.ferreira@ae-ginestalmachado.pt::0636389c-ff33-46cc-b19e-1fe4ab6f5cb6" providerId="AD" clId="Web-{1299F261-6292-73CB-E369-0EF21B7B7B61}" dt="2026-09-30T12:11:45.180" v="402"/>
          <ac:spMkLst>
            <pc:docMk/>
            <pc:sldMk cId="3593253332" sldId="263"/>
            <ac:spMk id="3" creationId="{BF8F34E0-0A1D-8803-5B26-2109573CAE2A}"/>
          </ac:spMkLst>
        </pc:spChg>
        <pc:spChg chg="del">
          <ac:chgData name="Clara Maria Ferreira" userId="S::clara.ferreira@ae-ginestalmachado.pt::0636389c-ff33-46cc-b19e-1fe4ab6f5cb6" providerId="AD" clId="Web-{1299F261-6292-73CB-E369-0EF21B7B7B61}" dt="2026-09-30T12:11:45.180" v="402"/>
          <ac:spMkLst>
            <pc:docMk/>
            <pc:sldMk cId="3593253332" sldId="263"/>
            <ac:spMk id="6" creationId="{E57B35DF-30D4-127F-8ED6-5F98CF1CEA27}"/>
          </ac:spMkLst>
        </pc:spChg>
        <pc:spChg chg="del">
          <ac:chgData name="Clara Maria Ferreira" userId="S::clara.ferreira@ae-ginestalmachado.pt::0636389c-ff33-46cc-b19e-1fe4ab6f5cb6" providerId="AD" clId="Web-{1299F261-6292-73CB-E369-0EF21B7B7B61}" dt="2026-09-30T12:11:45.180" v="402"/>
          <ac:spMkLst>
            <pc:docMk/>
            <pc:sldMk cId="3593253332" sldId="263"/>
            <ac:spMk id="11" creationId="{1456FEF8-734B-59EC-A92B-9F0FC08407F1}"/>
          </ac:spMkLst>
        </pc:spChg>
        <pc:spChg chg="del">
          <ac:chgData name="Clara Maria Ferreira" userId="S::clara.ferreira@ae-ginestalmachado.pt::0636389c-ff33-46cc-b19e-1fe4ab6f5cb6" providerId="AD" clId="Web-{1299F261-6292-73CB-E369-0EF21B7B7B61}" dt="2026-09-30T12:11:45.180" v="402"/>
          <ac:spMkLst>
            <pc:docMk/>
            <pc:sldMk cId="3593253332" sldId="263"/>
            <ac:spMk id="13" creationId="{93C056A8-475C-3330-8B76-102AF3C83B42}"/>
          </ac:spMkLst>
        </pc:spChg>
        <pc:spChg chg="del">
          <ac:chgData name="Clara Maria Ferreira" userId="S::clara.ferreira@ae-ginestalmachado.pt::0636389c-ff33-46cc-b19e-1fe4ab6f5cb6" providerId="AD" clId="Web-{1299F261-6292-73CB-E369-0EF21B7B7B61}" dt="2026-09-30T12:11:45.180" v="402"/>
          <ac:spMkLst>
            <pc:docMk/>
            <pc:sldMk cId="3593253332" sldId="263"/>
            <ac:spMk id="15" creationId="{35C19E9B-55C9-285C-3317-7883B686A387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11:45.180" v="402"/>
          <ac:spMkLst>
            <pc:docMk/>
            <pc:sldMk cId="3593253332" sldId="263"/>
            <ac:spMk id="20" creationId="{8DB9BC10-DABC-48C4-BF24-E621264B0A19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11:45.180" v="402"/>
          <ac:spMkLst>
            <pc:docMk/>
            <pc:sldMk cId="3593253332" sldId="263"/>
            <ac:spMk id="22" creationId="{38348FA2-1392-4EC3-AF8B-6A64B797C7A9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11:45.180" v="402"/>
          <ac:spMkLst>
            <pc:docMk/>
            <pc:sldMk cId="3593253332" sldId="263"/>
            <ac:spMk id="24" creationId="{93CB2C36-347C-4705-BC75-94EAB8FF83B9}"/>
          </ac:spMkLst>
        </pc:spChg>
        <pc:spChg chg="add">
          <ac:chgData name="Clara Maria Ferreira" userId="S::clara.ferreira@ae-ginestalmachado.pt::0636389c-ff33-46cc-b19e-1fe4ab6f5cb6" providerId="AD" clId="Web-{1299F261-6292-73CB-E369-0EF21B7B7B61}" dt="2026-09-30T12:11:45.180" v="402"/>
          <ac:spMkLst>
            <pc:docMk/>
            <pc:sldMk cId="3593253332" sldId="263"/>
            <ac:spMk id="26" creationId="{4437D23E-7DA0-4020-B991-9734AB977433}"/>
          </ac:spMkLst>
        </pc:spChg>
        <pc:picChg chg="del">
          <ac:chgData name="Clara Maria Ferreira" userId="S::clara.ferreira@ae-ginestalmachado.pt::0636389c-ff33-46cc-b19e-1fe4ab6f5cb6" providerId="AD" clId="Web-{1299F261-6292-73CB-E369-0EF21B7B7B61}" dt="2026-09-30T12:11:21.897" v="399"/>
          <ac:picMkLst>
            <pc:docMk/>
            <pc:sldMk cId="3593253332" sldId="263"/>
            <ac:picMk id="4" creationId="{46F4759A-65B0-4489-0FA0-919B42198676}"/>
          </ac:picMkLst>
        </pc:picChg>
        <pc:picChg chg="add mod ord">
          <ac:chgData name="Clara Maria Ferreira" userId="S::clara.ferreira@ae-ginestalmachado.pt::0636389c-ff33-46cc-b19e-1fe4ab6f5cb6" providerId="AD" clId="Web-{1299F261-6292-73CB-E369-0EF21B7B7B61}" dt="2026-09-30T12:11:55.712" v="405" actId="14100"/>
          <ac:picMkLst>
            <pc:docMk/>
            <pc:sldMk cId="3593253332" sldId="263"/>
            <ac:picMk id="7" creationId="{223437B0-C202-42C8-0D7A-49A38C0BD644}"/>
          </ac:picMkLst>
        </pc:picChg>
      </pc:sldChg>
      <pc:sldChg chg="new del">
        <pc:chgData name="Clara Maria Ferreira" userId="S::clara.ferreira@ae-ginestalmachado.pt::0636389c-ff33-46cc-b19e-1fe4ab6f5cb6" providerId="AD" clId="Web-{1299F261-6292-73CB-E369-0EF21B7B7B61}" dt="2026-09-30T11:55:31.084" v="174"/>
        <pc:sldMkLst>
          <pc:docMk/>
          <pc:sldMk cId="2045049264" sldId="264"/>
        </pc:sldMkLst>
      </pc:sldChg>
      <pc:sldChg chg="delSp modSp add del ord replId">
        <pc:chgData name="Clara Maria Ferreira" userId="S::clara.ferreira@ae-ginestalmachado.pt::0636389c-ff33-46cc-b19e-1fe4ab6f5cb6" providerId="AD" clId="Web-{1299F261-6292-73CB-E369-0EF21B7B7B61}" dt="2026-09-30T11:56:19.900" v="196"/>
        <pc:sldMkLst>
          <pc:docMk/>
          <pc:sldMk cId="3245906425" sldId="264"/>
        </pc:sldMkLst>
        <pc:spChg chg="mod">
          <ac:chgData name="Clara Maria Ferreira" userId="S::clara.ferreira@ae-ginestalmachado.pt::0636389c-ff33-46cc-b19e-1fe4ab6f5cb6" providerId="AD" clId="Web-{1299F261-6292-73CB-E369-0EF21B7B7B61}" dt="2026-09-30T11:56:04.602" v="193" actId="20577"/>
          <ac:spMkLst>
            <pc:docMk/>
            <pc:sldMk cId="3245906425" sldId="264"/>
            <ac:spMk id="2" creationId="{E60A8712-F2AE-CF4C-C7C8-46E4992FCF4C}"/>
          </ac:spMkLst>
        </pc:spChg>
        <pc:spChg chg="mod">
          <ac:chgData name="Clara Maria Ferreira" userId="S::clara.ferreira@ae-ginestalmachado.pt::0636389c-ff33-46cc-b19e-1fe4ab6f5cb6" providerId="AD" clId="Web-{1299F261-6292-73CB-E369-0EF21B7B7B61}" dt="2026-09-30T11:56:15.290" v="195" actId="20577"/>
          <ac:spMkLst>
            <pc:docMk/>
            <pc:sldMk cId="3245906425" sldId="264"/>
            <ac:spMk id="3" creationId="{F085CFE6-8BCB-6C82-B393-C44209A290BD}"/>
          </ac:spMkLst>
        </pc:spChg>
        <pc:picChg chg="del">
          <ac:chgData name="Clara Maria Ferreira" userId="S::clara.ferreira@ae-ginestalmachado.pt::0636389c-ff33-46cc-b19e-1fe4ab6f5cb6" providerId="AD" clId="Web-{1299F261-6292-73CB-E369-0EF21B7B7B61}" dt="2026-09-30T11:55:55.086" v="179"/>
          <ac:picMkLst>
            <pc:docMk/>
            <pc:sldMk cId="3245906425" sldId="264"/>
            <ac:picMk id="4" creationId="{87D68A4C-6657-612D-597C-1FE7B13F0EFA}"/>
          </ac:picMkLst>
        </pc:picChg>
      </pc:sldChg>
      <pc:sldMasterChg chg="del delSldLayout">
        <pc:chgData name="Clara Maria Ferreira" userId="S::clara.ferreira@ae-ginestalmachado.pt::0636389c-ff33-46cc-b19e-1fe4ab6f5cb6" providerId="AD" clId="Web-{1299F261-6292-73CB-E369-0EF21B7B7B61}" dt="2026-09-30T11:44:45.120" v="82"/>
        <pc:sldMasterMkLst>
          <pc:docMk/>
          <pc:sldMasterMk cId="836307636" sldId="2147483684"/>
        </pc:sldMasterMkLst>
        <pc:sldLayoutChg chg="del">
          <pc:chgData name="Clara Maria Ferreira" userId="S::clara.ferreira@ae-ginestalmachado.pt::0636389c-ff33-46cc-b19e-1fe4ab6f5cb6" providerId="AD" clId="Web-{1299F261-6292-73CB-E369-0EF21B7B7B61}" dt="2026-09-30T11:44:45.120" v="82"/>
          <pc:sldLayoutMkLst>
            <pc:docMk/>
            <pc:sldMasterMk cId="836307636" sldId="2147483684"/>
            <pc:sldLayoutMk cId="3748961244" sldId="2147483685"/>
          </pc:sldLayoutMkLst>
        </pc:sldLayoutChg>
        <pc:sldLayoutChg chg="del">
          <pc:chgData name="Clara Maria Ferreira" userId="S::clara.ferreira@ae-ginestalmachado.pt::0636389c-ff33-46cc-b19e-1fe4ab6f5cb6" providerId="AD" clId="Web-{1299F261-6292-73CB-E369-0EF21B7B7B61}" dt="2026-09-30T11:44:45.120" v="82"/>
          <pc:sldLayoutMkLst>
            <pc:docMk/>
            <pc:sldMasterMk cId="836307636" sldId="2147483684"/>
            <pc:sldLayoutMk cId="1263468310" sldId="2147483686"/>
          </pc:sldLayoutMkLst>
        </pc:sldLayoutChg>
        <pc:sldLayoutChg chg="del">
          <pc:chgData name="Clara Maria Ferreira" userId="S::clara.ferreira@ae-ginestalmachado.pt::0636389c-ff33-46cc-b19e-1fe4ab6f5cb6" providerId="AD" clId="Web-{1299F261-6292-73CB-E369-0EF21B7B7B61}" dt="2026-09-30T11:44:45.120" v="82"/>
          <pc:sldLayoutMkLst>
            <pc:docMk/>
            <pc:sldMasterMk cId="836307636" sldId="2147483684"/>
            <pc:sldLayoutMk cId="3582125816" sldId="2147483687"/>
          </pc:sldLayoutMkLst>
        </pc:sldLayoutChg>
        <pc:sldLayoutChg chg="del">
          <pc:chgData name="Clara Maria Ferreira" userId="S::clara.ferreira@ae-ginestalmachado.pt::0636389c-ff33-46cc-b19e-1fe4ab6f5cb6" providerId="AD" clId="Web-{1299F261-6292-73CB-E369-0EF21B7B7B61}" dt="2026-09-30T11:44:45.120" v="82"/>
          <pc:sldLayoutMkLst>
            <pc:docMk/>
            <pc:sldMasterMk cId="836307636" sldId="2147483684"/>
            <pc:sldLayoutMk cId="2971429103" sldId="2147483688"/>
          </pc:sldLayoutMkLst>
        </pc:sldLayoutChg>
        <pc:sldLayoutChg chg="del">
          <pc:chgData name="Clara Maria Ferreira" userId="S::clara.ferreira@ae-ginestalmachado.pt::0636389c-ff33-46cc-b19e-1fe4ab6f5cb6" providerId="AD" clId="Web-{1299F261-6292-73CB-E369-0EF21B7B7B61}" dt="2026-09-30T11:44:45.120" v="82"/>
          <pc:sldLayoutMkLst>
            <pc:docMk/>
            <pc:sldMasterMk cId="836307636" sldId="2147483684"/>
            <pc:sldLayoutMk cId="3737112567" sldId="2147483689"/>
          </pc:sldLayoutMkLst>
        </pc:sldLayoutChg>
        <pc:sldLayoutChg chg="del">
          <pc:chgData name="Clara Maria Ferreira" userId="S::clara.ferreira@ae-ginestalmachado.pt::0636389c-ff33-46cc-b19e-1fe4ab6f5cb6" providerId="AD" clId="Web-{1299F261-6292-73CB-E369-0EF21B7B7B61}" dt="2026-09-30T11:44:45.120" v="82"/>
          <pc:sldLayoutMkLst>
            <pc:docMk/>
            <pc:sldMasterMk cId="836307636" sldId="2147483684"/>
            <pc:sldLayoutMk cId="923527095" sldId="2147483690"/>
          </pc:sldLayoutMkLst>
        </pc:sldLayoutChg>
        <pc:sldLayoutChg chg="del">
          <pc:chgData name="Clara Maria Ferreira" userId="S::clara.ferreira@ae-ginestalmachado.pt::0636389c-ff33-46cc-b19e-1fe4ab6f5cb6" providerId="AD" clId="Web-{1299F261-6292-73CB-E369-0EF21B7B7B61}" dt="2026-09-30T11:44:45.120" v="82"/>
          <pc:sldLayoutMkLst>
            <pc:docMk/>
            <pc:sldMasterMk cId="836307636" sldId="2147483684"/>
            <pc:sldLayoutMk cId="1978725696" sldId="2147483691"/>
          </pc:sldLayoutMkLst>
        </pc:sldLayoutChg>
        <pc:sldLayoutChg chg="del">
          <pc:chgData name="Clara Maria Ferreira" userId="S::clara.ferreira@ae-ginestalmachado.pt::0636389c-ff33-46cc-b19e-1fe4ab6f5cb6" providerId="AD" clId="Web-{1299F261-6292-73CB-E369-0EF21B7B7B61}" dt="2026-09-30T11:44:45.120" v="82"/>
          <pc:sldLayoutMkLst>
            <pc:docMk/>
            <pc:sldMasterMk cId="836307636" sldId="2147483684"/>
            <pc:sldLayoutMk cId="2048604949" sldId="2147483692"/>
          </pc:sldLayoutMkLst>
        </pc:sldLayoutChg>
        <pc:sldLayoutChg chg="del">
          <pc:chgData name="Clara Maria Ferreira" userId="S::clara.ferreira@ae-ginestalmachado.pt::0636389c-ff33-46cc-b19e-1fe4ab6f5cb6" providerId="AD" clId="Web-{1299F261-6292-73CB-E369-0EF21B7B7B61}" dt="2026-09-30T11:44:45.120" v="82"/>
          <pc:sldLayoutMkLst>
            <pc:docMk/>
            <pc:sldMasterMk cId="836307636" sldId="2147483684"/>
            <pc:sldLayoutMk cId="1627819248" sldId="2147483693"/>
          </pc:sldLayoutMkLst>
        </pc:sldLayoutChg>
        <pc:sldLayoutChg chg="del">
          <pc:chgData name="Clara Maria Ferreira" userId="S::clara.ferreira@ae-ginestalmachado.pt::0636389c-ff33-46cc-b19e-1fe4ab6f5cb6" providerId="AD" clId="Web-{1299F261-6292-73CB-E369-0EF21B7B7B61}" dt="2026-09-30T11:44:45.120" v="82"/>
          <pc:sldLayoutMkLst>
            <pc:docMk/>
            <pc:sldMasterMk cId="836307636" sldId="2147483684"/>
            <pc:sldLayoutMk cId="2061693454" sldId="2147483694"/>
          </pc:sldLayoutMkLst>
        </pc:sldLayoutChg>
        <pc:sldLayoutChg chg="del">
          <pc:chgData name="Clara Maria Ferreira" userId="S::clara.ferreira@ae-ginestalmachado.pt::0636389c-ff33-46cc-b19e-1fe4ab6f5cb6" providerId="AD" clId="Web-{1299F261-6292-73CB-E369-0EF21B7B7B61}" dt="2026-09-30T11:44:45.120" v="82"/>
          <pc:sldLayoutMkLst>
            <pc:docMk/>
            <pc:sldMasterMk cId="836307636" sldId="2147483684"/>
            <pc:sldLayoutMk cId="2581111322" sldId="2147483695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1:53:33.373" v="156"/>
        <pc:sldMasterMkLst>
          <pc:docMk/>
          <pc:sldMasterMk cId="2433953533" sldId="2147483696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1567817835" sldId="214748369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894193129" sldId="214748369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2162265516" sldId="214748369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896227991" sldId="214748370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238832988" sldId="214748370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3159500286" sldId="214748370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1964427094" sldId="214748370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825485" sldId="214748370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3123390444" sldId="214748370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2115574402" sldId="214748370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1796805794" sldId="214748370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2780119234" sldId="214748370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425387017" sldId="214748370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2457413804" sldId="214748371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2420998821" sldId="214748371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2309745300" sldId="214748371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154356362" sldId="214748371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1237299996" sldId="214748371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1222964634" sldId="214748371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4058071590" sldId="214748371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2906352114" sldId="214748371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664323521" sldId="214748371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167142957" sldId="214748371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2614468030" sldId="214748372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1618320034" sldId="214748372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4252304086" sldId="214748372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31800958" sldId="214748372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1306916439" sldId="214748372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33.373" v="156"/>
          <pc:sldLayoutMkLst>
            <pc:docMk/>
            <pc:sldMasterMk cId="2433953533" sldId="2147483696"/>
            <pc:sldLayoutMk cId="192690993" sldId="2147483725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1:53:45.030" v="157"/>
        <pc:sldMasterMkLst>
          <pc:docMk/>
          <pc:sldMasterMk cId="908977033" sldId="2147483726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3010922613" sldId="214748372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1098542271" sldId="214748372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3489578291" sldId="214748372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1747754541" sldId="214748373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3212517973" sldId="214748373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3617210377" sldId="214748373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3723750991" sldId="214748373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3325055079" sldId="214748373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126828982" sldId="214748373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4026188215" sldId="214748373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2378335491" sldId="214748373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1862131933" sldId="214748373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1347116444" sldId="214748373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2992967072" sldId="214748374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3581385050" sldId="214748374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3960529377" sldId="214748374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3:45.030" v="157"/>
          <pc:sldLayoutMkLst>
            <pc:docMk/>
            <pc:sldMasterMk cId="908977033" sldId="2147483726"/>
            <pc:sldLayoutMk cId="2451234708" sldId="2147483743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1:56:39.308" v="200"/>
        <pc:sldMasterMkLst>
          <pc:docMk/>
          <pc:sldMasterMk cId="2843690900" sldId="2147483744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1199152432" sldId="214748374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1826974565" sldId="214748374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1586881258" sldId="214748374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815613449" sldId="214748374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965101284" sldId="214748374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2296328007" sldId="214748375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2268822404" sldId="214748375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1106063702" sldId="214748375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312226373" sldId="214748375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2464828773" sldId="214748375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2756669672" sldId="214748375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1359373478" sldId="214748375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764237123" sldId="214748375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3770774277" sldId="214748375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167327129" sldId="214748375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4160607423" sldId="214748376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39.308" v="200"/>
          <pc:sldLayoutMkLst>
            <pc:docMk/>
            <pc:sldMasterMk cId="2843690900" sldId="2147483744"/>
            <pc:sldLayoutMk cId="2414802147" sldId="2147483761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1:56:42.198" v="201"/>
        <pc:sldMasterMkLst>
          <pc:docMk/>
          <pc:sldMasterMk cId="3034907132" sldId="2147483762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1329347299" sldId="214748376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1688435551" sldId="214748376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2637253503" sldId="214748376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992425042" sldId="214748376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963472897" sldId="214748376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3201291645" sldId="214748376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3791184120" sldId="214748376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1861419282" sldId="214748377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2398648703" sldId="214748377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2150116411" sldId="214748377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251738213" sldId="214748377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2.198" v="201"/>
          <pc:sldLayoutMkLst>
            <pc:docMk/>
            <pc:sldMasterMk cId="3034907132" sldId="2147483762"/>
            <pc:sldLayoutMk cId="1976961173" sldId="2147483774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1:56:44.574" v="202"/>
        <pc:sldMasterMkLst>
          <pc:docMk/>
          <pc:sldMasterMk cId="3292363801" sldId="2147483775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4143980373" sldId="214748377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1452469875" sldId="214748377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1776158441" sldId="214748377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2694083721" sldId="214748377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3832199018" sldId="214748378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2166562723" sldId="214748378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746875392" sldId="214748378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4090012337" sldId="214748378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1613182149" sldId="214748378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2844119776" sldId="214748378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3342209472" sldId="214748378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44.574" v="202"/>
          <pc:sldLayoutMkLst>
            <pc:docMk/>
            <pc:sldMasterMk cId="3292363801" sldId="2147483775"/>
            <pc:sldLayoutMk cId="903919945" sldId="2147483787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1:56:57.637" v="203"/>
        <pc:sldMasterMkLst>
          <pc:docMk/>
          <pc:sldMasterMk cId="1021406926" sldId="2147483788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135701229" sldId="214748378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4199235579" sldId="214748379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3002710419" sldId="214748379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2285441740" sldId="214748379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3806465597" sldId="214748379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4112062942" sldId="214748379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1301913642" sldId="214748379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3209612278" sldId="214748379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3313477734" sldId="214748379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2974848462" sldId="214748379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827984150" sldId="214748379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6:57.637" v="203"/>
          <pc:sldLayoutMkLst>
            <pc:docMk/>
            <pc:sldMasterMk cId="1021406926" sldId="2147483788"/>
            <pc:sldLayoutMk cId="3668821050" sldId="2147483800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1:57:10.138" v="204"/>
        <pc:sldMasterMkLst>
          <pc:docMk/>
          <pc:sldMasterMk cId="956887029" sldId="2147483801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3648670198" sldId="214748380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620960624" sldId="214748380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2782651768" sldId="214748380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2883321058" sldId="214748380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3327375126" sldId="214748380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2656627788" sldId="214748380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2349045012" sldId="214748380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2020769054" sldId="214748380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3533183922" sldId="214748381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3379021695" sldId="214748381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4174390109" sldId="214748381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1:57:10.138" v="204"/>
          <pc:sldLayoutMkLst>
            <pc:docMk/>
            <pc:sldMasterMk cId="956887029" sldId="2147483801"/>
            <pc:sldLayoutMk cId="2189757466" sldId="2147483813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2:01:52.563" v="216"/>
        <pc:sldMasterMkLst>
          <pc:docMk/>
          <pc:sldMasterMk cId="3170970610" sldId="2147483814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467023128" sldId="214748381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1554620046" sldId="214748381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1615830011" sldId="214748381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426297198" sldId="214748381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2048464717" sldId="214748381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3425450935" sldId="214748382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1431493040" sldId="214748382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2285013180" sldId="214748382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397402589" sldId="214748382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3144673028" sldId="214748382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3981023472" sldId="214748382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1:52.563" v="216"/>
          <pc:sldLayoutMkLst>
            <pc:docMk/>
            <pc:sldMasterMk cId="3170970610" sldId="2147483814"/>
            <pc:sldLayoutMk cId="253866015" sldId="2147483826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2:02:06.985" v="217"/>
        <pc:sldMasterMkLst>
          <pc:docMk/>
          <pc:sldMasterMk cId="102266048" sldId="2147483827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3199176489" sldId="214748382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3655982264" sldId="214748382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1658364987" sldId="214748383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570052831" sldId="214748383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4091289812" sldId="214748383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680330910" sldId="214748383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2705832517" sldId="214748383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4070996540" sldId="214748383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3460343360" sldId="214748383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1755336175" sldId="214748383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3603548089" sldId="214748383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6.985" v="217"/>
          <pc:sldLayoutMkLst>
            <pc:docMk/>
            <pc:sldMasterMk cId="102266048" sldId="2147483827"/>
            <pc:sldLayoutMk cId="2514669629" sldId="2147483839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2:02:09.033" v="218"/>
        <pc:sldMasterMkLst>
          <pc:docMk/>
          <pc:sldMasterMk cId="428122277" sldId="2147483840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1105991788" sldId="214748384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1129958018" sldId="214748384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2248929842" sldId="214748384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2703540303" sldId="214748384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2854567865" sldId="214748384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2407029769" sldId="214748384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3037880808" sldId="214748384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3680278731" sldId="214748384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2146080412" sldId="214748384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3419315057" sldId="214748385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3912669016" sldId="214748385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09.033" v="218"/>
          <pc:sldLayoutMkLst>
            <pc:docMk/>
            <pc:sldMasterMk cId="428122277" sldId="2147483840"/>
            <pc:sldLayoutMk cId="740057975" sldId="2147483852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2:02:12.908" v="219"/>
        <pc:sldMasterMkLst>
          <pc:docMk/>
          <pc:sldMasterMk cId="2990824919" sldId="2147483853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3587504057" sldId="214748385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2888475945" sldId="214748385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4272263428" sldId="214748385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4221966915" sldId="214748385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4083815328" sldId="214748385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3694286110" sldId="214748385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1699739537" sldId="214748386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297905665" sldId="214748386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2221418888" sldId="214748386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2790270599" sldId="214748386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3794331108" sldId="214748386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12.908" v="219"/>
          <pc:sldLayoutMkLst>
            <pc:docMk/>
            <pc:sldMasterMk cId="2990824919" sldId="2147483853"/>
            <pc:sldLayoutMk cId="526726610" sldId="2147483865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2:02:28.409" v="220"/>
        <pc:sldMasterMkLst>
          <pc:docMk/>
          <pc:sldMasterMk cId="1833222098" sldId="2147483866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4107176503" sldId="214748386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2882746150" sldId="214748386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272782891" sldId="214748386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1817277826" sldId="214748387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2771858914" sldId="214748387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1740390456" sldId="214748387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3874382851" sldId="214748387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1820267010" sldId="214748387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4114489990" sldId="214748387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3876083292" sldId="214748387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1790641563" sldId="214748387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28.409" v="220"/>
          <pc:sldLayoutMkLst>
            <pc:docMk/>
            <pc:sldMasterMk cId="1833222098" sldId="2147483866"/>
            <pc:sldLayoutMk cId="988491410" sldId="2147483878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2:02:34.956" v="221"/>
        <pc:sldMasterMkLst>
          <pc:docMk/>
          <pc:sldMasterMk cId="4115639653" sldId="2147483879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2705084321" sldId="214748388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4192818577" sldId="214748388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1551610950" sldId="214748388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2594022542" sldId="214748388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3709194394" sldId="214748388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1311806625" sldId="214748388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1381608167" sldId="214748388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429416563" sldId="214748388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1514657695" sldId="214748388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3881110556" sldId="214748388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4237103851" sldId="214748389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3375432984" sldId="214748389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95099356" sldId="214748389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715785253" sldId="214748389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668348793" sldId="214748389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1816116118" sldId="214748389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3349249762" sldId="214748389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366901228" sldId="214748389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1988456541" sldId="214748389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1134900955" sldId="214748389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2842949721" sldId="214748390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681574990" sldId="214748390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1324061818" sldId="214748390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4219164821" sldId="214748390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16731772" sldId="214748390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2197340818" sldId="214748390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2408178829" sldId="214748390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1034586204" sldId="214748390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2133797181" sldId="214748390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34.956" v="221"/>
          <pc:sldLayoutMkLst>
            <pc:docMk/>
            <pc:sldMasterMk cId="4115639653" sldId="2147483879"/>
            <pc:sldLayoutMk cId="1287279938" sldId="2147483909"/>
          </pc:sldLayoutMkLst>
        </pc:sldLayoutChg>
      </pc:sldMasterChg>
      <pc:sldMasterChg chg="add del addSldLayout delSldLayout modSldLayout">
        <pc:chgData name="Clara Maria Ferreira" userId="S::clara.ferreira@ae-ginestalmachado.pt::0636389c-ff33-46cc-b19e-1fe4ab6f5cb6" providerId="AD" clId="Web-{1299F261-6292-73CB-E369-0EF21B7B7B61}" dt="2026-09-30T12:02:42.675" v="222"/>
        <pc:sldMasterMkLst>
          <pc:docMk/>
          <pc:sldMasterMk cId="1679596930" sldId="2147483910"/>
        </pc:sldMasterMkLst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249247540" sldId="214748391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1108990989" sldId="214748391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2093324746" sldId="214748391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712263481" sldId="214748391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1134768822" sldId="214748391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3836327899" sldId="214748391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2629796262" sldId="214748391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5339819" sldId="2147483918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2357696797" sldId="2147483919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1062501763" sldId="2147483920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694232728" sldId="2147483921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823313434" sldId="2147483922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1101438446" sldId="2147483923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2758434292" sldId="2147483924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2300727564" sldId="2147483925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3946853333" sldId="2147483926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1957560033" sldId="2147483927"/>
          </pc:sldLayoutMkLst>
        </pc:sldLayoutChg>
        <pc:sldLayoutChg chg="add del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1679596930" sldId="2147483910"/>
            <pc:sldLayoutMk cId="2744054627" sldId="2147483928"/>
          </pc:sldLayoutMkLst>
        </pc:sldLayoutChg>
      </pc:sldMasterChg>
      <pc:sldMasterChg chg="add addSldLayout modSldLayout">
        <pc:chgData name="Clara Maria Ferreira" userId="S::clara.ferreira@ae-ginestalmachado.pt::0636389c-ff33-46cc-b19e-1fe4ab6f5cb6" providerId="AD" clId="Web-{1299F261-6292-73CB-E369-0EF21B7B7B61}" dt="2026-09-30T12:02:42.675" v="222"/>
        <pc:sldMasterMkLst>
          <pc:docMk/>
          <pc:sldMasterMk cId="312215851" sldId="2147483929"/>
        </pc:sldMasterMkLst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267109896" sldId="2147483930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3809015324" sldId="2147483931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4174185057" sldId="2147483932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3012252187" sldId="2147483933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1045944353" sldId="2147483934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2850277451" sldId="2147483935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3880469196" sldId="2147483936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3426451038" sldId="2147483937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1893969222" sldId="2147483938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1951136628" sldId="2147483939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2554348134" sldId="2147483940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56244816" sldId="2147483941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3519849984" sldId="2147483942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2352732241" sldId="2147483943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2196642076" sldId="2147483944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1954529457" sldId="2147483945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1884947662" sldId="2147483946"/>
          </pc:sldLayoutMkLst>
        </pc:sldLayoutChg>
        <pc:sldLayoutChg chg="add mod replId">
          <pc:chgData name="Clara Maria Ferreira" userId="S::clara.ferreira@ae-ginestalmachado.pt::0636389c-ff33-46cc-b19e-1fe4ab6f5cb6" providerId="AD" clId="Web-{1299F261-6292-73CB-E369-0EF21B7B7B61}" dt="2026-09-30T12:02:42.675" v="222"/>
          <pc:sldLayoutMkLst>
            <pc:docMk/>
            <pc:sldMasterMk cId="312215851" sldId="2147483929"/>
            <pc:sldLayoutMk cId="3667239938" sldId="214748394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09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01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18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25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944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7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469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451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96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13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348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244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849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732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42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529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476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23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158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  <p:sldLayoutId id="2147483946" r:id="rId17"/>
    <p:sldLayoutId id="2147483947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72954" y="756745"/>
            <a:ext cx="9875520" cy="3311487"/>
          </a:xfrm>
        </p:spPr>
        <p:txBody>
          <a:bodyPr anchor="b">
            <a:normAutofit/>
          </a:bodyPr>
          <a:lstStyle/>
          <a:p>
            <a:r>
              <a:rPr lang="pt-PT" sz="6000" dirty="0"/>
              <a:t>Exercícios Algoritmia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72954" y="4389966"/>
            <a:ext cx="9685594" cy="183426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 sz="2800">
                <a:solidFill>
                  <a:schemeClr val="tx1"/>
                </a:solidFill>
              </a:rPr>
              <a:t>Clara Ferreira</a:t>
            </a:r>
          </a:p>
          <a:p>
            <a:endParaRPr lang="pt-PT" sz="2800">
              <a:solidFill>
                <a:schemeClr val="tx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BE74225-0F1D-E661-EF9B-157BEAAC1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434" y="5039417"/>
            <a:ext cx="2422525" cy="34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B77D0-195C-57B6-95E4-2C848F5C0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pt-PT"/>
              <a:t>Dias da Semana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FA98DF3-568A-2BE2-AF2D-45717E466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PT" sz="1600">
                <a:ea typeface="+mn-lt"/>
                <a:cs typeface="+mn-lt"/>
              </a:rPr>
              <a:t>Crie um fluxograma que peça ao utilizador um número de 1 a 7 e mostre o dia da semana correspondente.</a:t>
            </a:r>
            <a:endParaRPr lang="pt-PT" sz="1600"/>
          </a:p>
          <a:p>
            <a:pPr>
              <a:lnSpc>
                <a:spcPct val="90000"/>
              </a:lnSpc>
            </a:pPr>
            <a:r>
              <a:rPr lang="pt-PT" sz="1600">
                <a:ea typeface="+mn-lt"/>
                <a:cs typeface="+mn-lt"/>
              </a:rPr>
              <a:t>1 → Segunda-feira</a:t>
            </a:r>
            <a:endParaRPr lang="pt-PT" sz="1600"/>
          </a:p>
          <a:p>
            <a:pPr>
              <a:lnSpc>
                <a:spcPct val="90000"/>
              </a:lnSpc>
            </a:pPr>
            <a:r>
              <a:rPr lang="pt-PT" sz="1600">
                <a:ea typeface="+mn-lt"/>
                <a:cs typeface="+mn-lt"/>
              </a:rPr>
              <a:t>2 → Terça-feira</a:t>
            </a:r>
            <a:endParaRPr lang="pt-PT" sz="1600"/>
          </a:p>
          <a:p>
            <a:pPr>
              <a:lnSpc>
                <a:spcPct val="90000"/>
              </a:lnSpc>
            </a:pPr>
            <a:r>
              <a:rPr lang="pt-PT" sz="1600">
                <a:ea typeface="+mn-lt"/>
                <a:cs typeface="+mn-lt"/>
              </a:rPr>
              <a:t>3 → Quarta-feira</a:t>
            </a:r>
            <a:endParaRPr lang="pt-PT" sz="1600"/>
          </a:p>
          <a:p>
            <a:pPr>
              <a:lnSpc>
                <a:spcPct val="90000"/>
              </a:lnSpc>
            </a:pPr>
            <a:r>
              <a:rPr lang="pt-PT" sz="1600">
                <a:ea typeface="+mn-lt"/>
                <a:cs typeface="+mn-lt"/>
              </a:rPr>
              <a:t>4 → Quinta-feira</a:t>
            </a:r>
            <a:endParaRPr lang="pt-PT" sz="1600"/>
          </a:p>
          <a:p>
            <a:pPr>
              <a:lnSpc>
                <a:spcPct val="90000"/>
              </a:lnSpc>
            </a:pPr>
            <a:r>
              <a:rPr lang="pt-PT" sz="1600">
                <a:ea typeface="+mn-lt"/>
                <a:cs typeface="+mn-lt"/>
              </a:rPr>
              <a:t>5 → Sexta-feira</a:t>
            </a:r>
            <a:endParaRPr lang="pt-PT" sz="1600"/>
          </a:p>
          <a:p>
            <a:pPr>
              <a:lnSpc>
                <a:spcPct val="90000"/>
              </a:lnSpc>
            </a:pPr>
            <a:r>
              <a:rPr lang="pt-PT" sz="1600">
                <a:ea typeface="+mn-lt"/>
                <a:cs typeface="+mn-lt"/>
              </a:rPr>
              <a:t>6 → Sábado</a:t>
            </a:r>
            <a:endParaRPr lang="pt-PT" sz="1600"/>
          </a:p>
          <a:p>
            <a:pPr>
              <a:lnSpc>
                <a:spcPct val="90000"/>
              </a:lnSpc>
            </a:pPr>
            <a:r>
              <a:rPr lang="pt-PT" sz="1600">
                <a:ea typeface="+mn-lt"/>
                <a:cs typeface="+mn-lt"/>
              </a:rPr>
              <a:t>7 → Domingo</a:t>
            </a:r>
            <a:br>
              <a:rPr lang="pt-PT" sz="1600">
                <a:ea typeface="+mn-lt"/>
                <a:cs typeface="+mn-lt"/>
              </a:rPr>
            </a:br>
            <a:r>
              <a:rPr lang="pt-PT" sz="1600">
                <a:ea typeface="+mn-lt"/>
                <a:cs typeface="+mn-lt"/>
              </a:rPr>
              <a:t> Se o número não for válido, deve aparecer uma mensagem de erro.</a:t>
            </a:r>
            <a:endParaRPr lang="pt-PT" sz="1600"/>
          </a:p>
          <a:p>
            <a:pPr>
              <a:lnSpc>
                <a:spcPct val="90000"/>
              </a:lnSpc>
            </a:pPr>
            <a:endParaRPr lang="pt-PT" sz="1600"/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8DB9BC10-DABC-48C4-BF24-E621264B0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348FA2-1392-4EC3-AF8B-6A64B797C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3992" y="0"/>
            <a:ext cx="60984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CB2C36-347C-4705-BC75-94EAB8FF8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" name="Imagem 3" descr="Calendário Ícone Pictograma · Gráfico vetorial grátis no Pixabay">
            <a:extLst>
              <a:ext uri="{FF2B5EF4-FFF2-40B4-BE49-F238E27FC236}">
                <a16:creationId xmlns:a16="http://schemas.microsoft.com/office/drawing/2014/main" id="{21412351-CC0D-0DC6-2ED8-55B558464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992" y="704054"/>
            <a:ext cx="5449889" cy="5449889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437D23E-7DA0-4020-B991-9734AB977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32080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BE1B1-3608-3927-46DE-71C31C40E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pt-PT"/>
              <a:t>Quantos anos?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CAE88D4-2D36-A0AD-91EF-51E9579F6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PT" dirty="0">
                <a:ea typeface="+mn-lt"/>
                <a:cs typeface="+mn-lt"/>
              </a:rPr>
              <a:t>Crie um fluxograma que peça ao utilizador a idade e verifique:</a:t>
            </a:r>
            <a:endParaRPr lang="pt-PT" dirty="0"/>
          </a:p>
          <a:p>
            <a:pPr marL="0" indent="0">
              <a:buNone/>
            </a:pPr>
            <a:endParaRPr lang="pt-PT"/>
          </a:p>
          <a:p>
            <a:pPr marL="0" indent="0">
              <a:buNone/>
            </a:pPr>
            <a:endParaRPr lang="pt-PT"/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8DB9BC10-DABC-48C4-BF24-E621264B0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348FA2-1392-4EC3-AF8B-6A64B797C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3992" y="0"/>
            <a:ext cx="60984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CB2C36-347C-4705-BC75-94EAB8FF8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37D23E-7DA0-4020-B991-9734AB977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90C604B-5589-DD7C-794A-DF837BA69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375054"/>
              </p:ext>
            </p:extLst>
          </p:nvPr>
        </p:nvGraphicFramePr>
        <p:xfrm>
          <a:off x="5704416" y="1375833"/>
          <a:ext cx="6236600" cy="3944245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464485">
                  <a:extLst>
                    <a:ext uri="{9D8B030D-6E8A-4147-A177-3AD203B41FA5}">
                      <a16:colId xmlns:a16="http://schemas.microsoft.com/office/drawing/2014/main" val="1248150747"/>
                    </a:ext>
                  </a:extLst>
                </a:gridCol>
                <a:gridCol w="3772115">
                  <a:extLst>
                    <a:ext uri="{9D8B030D-6E8A-4147-A177-3AD203B41FA5}">
                      <a16:colId xmlns:a16="http://schemas.microsoft.com/office/drawing/2014/main" val="2018842042"/>
                    </a:ext>
                  </a:extLst>
                </a:gridCol>
              </a:tblGrid>
              <a:tr h="634742">
                <a:tc>
                  <a:txBody>
                    <a:bodyPr/>
                    <a:lstStyle/>
                    <a:p>
                      <a:r>
                        <a:rPr lang="pt-PT" sz="2500" cap="none" spc="0" dirty="0">
                          <a:solidFill>
                            <a:schemeClr val="accent2"/>
                          </a:solidFill>
                        </a:rPr>
                        <a:t>Idade</a:t>
                      </a:r>
                    </a:p>
                  </a:txBody>
                  <a:tcPr marL="209437" marR="282993" marT="161105" marB="161105" anchor="ctr"/>
                </a:tc>
                <a:tc>
                  <a:txBody>
                    <a:bodyPr/>
                    <a:lstStyle/>
                    <a:p>
                      <a:r>
                        <a:rPr lang="pt-PT" sz="2500" cap="none" spc="0" dirty="0">
                          <a:solidFill>
                            <a:schemeClr val="accent2"/>
                          </a:solidFill>
                        </a:rPr>
                        <a:t>Texto</a:t>
                      </a:r>
                    </a:p>
                  </a:txBody>
                  <a:tcPr marL="209437" marR="282993" marT="161105" marB="161105" anchor="ctr"/>
                </a:tc>
                <a:extLst>
                  <a:ext uri="{0D108BD9-81ED-4DB2-BD59-A6C34878D82A}">
                    <a16:rowId xmlns:a16="http://schemas.microsoft.com/office/drawing/2014/main" val="743544246"/>
                  </a:ext>
                </a:extLst>
              </a:tr>
              <a:tr h="788620">
                <a:tc>
                  <a:txBody>
                    <a:bodyPr/>
                    <a:lstStyle/>
                    <a:p>
                      <a:r>
                        <a:rPr lang="pt-PT" sz="1400" cap="none" spc="0" dirty="0">
                          <a:solidFill>
                            <a:srgbClr val="FFFFFF"/>
                          </a:solidFill>
                        </a:rPr>
                        <a:t>Negativa</a:t>
                      </a:r>
                    </a:p>
                  </a:txBody>
                  <a:tcPr marL="209437" marR="282993" marT="161105" marB="16110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400" cap="none" spc="0" dirty="0">
                          <a:solidFill>
                            <a:srgbClr val="FFFFFF"/>
                          </a:solidFill>
                        </a:rPr>
                        <a:t>A tua inteligência também é negativa.</a:t>
                      </a:r>
                    </a:p>
                  </a:txBody>
                  <a:tcPr marL="209437" marR="282993" marT="161105" marB="161105"/>
                </a:tc>
                <a:extLst>
                  <a:ext uri="{0D108BD9-81ED-4DB2-BD59-A6C34878D82A}">
                    <a16:rowId xmlns:a16="http://schemas.microsoft.com/office/drawing/2014/main" val="2357293341"/>
                  </a:ext>
                </a:extLst>
              </a:tr>
              <a:tr h="557804">
                <a:tc>
                  <a:txBody>
                    <a:bodyPr/>
                    <a:lstStyle/>
                    <a:p>
                      <a:r>
                        <a:rPr lang="pt-PT" sz="1400" cap="none" spc="0" dirty="0">
                          <a:solidFill>
                            <a:srgbClr val="FFFFFF"/>
                          </a:solidFill>
                        </a:rPr>
                        <a:t>0 - 17</a:t>
                      </a:r>
                    </a:p>
                  </a:txBody>
                  <a:tcPr marL="209437" marR="282993" marT="161105" marB="161105"/>
                </a:tc>
                <a:tc>
                  <a:txBody>
                    <a:bodyPr/>
                    <a:lstStyle/>
                    <a:p>
                      <a:r>
                        <a:rPr lang="pt-PT" sz="1400" cap="none" spc="0" dirty="0">
                          <a:solidFill>
                            <a:srgbClr val="FFFFFF"/>
                          </a:solidFill>
                        </a:rPr>
                        <a:t>Puto</a:t>
                      </a:r>
                    </a:p>
                  </a:txBody>
                  <a:tcPr marL="209437" marR="282993" marT="161105" marB="161105"/>
                </a:tc>
                <a:extLst>
                  <a:ext uri="{0D108BD9-81ED-4DB2-BD59-A6C34878D82A}">
                    <a16:rowId xmlns:a16="http://schemas.microsoft.com/office/drawing/2014/main" val="3068984402"/>
                  </a:ext>
                </a:extLst>
              </a:tr>
              <a:tr h="557804">
                <a:tc>
                  <a:txBody>
                    <a:bodyPr/>
                    <a:lstStyle/>
                    <a:p>
                      <a:r>
                        <a:rPr lang="pt-PT" sz="1400" cap="none" spc="0" dirty="0">
                          <a:solidFill>
                            <a:srgbClr val="FFFFFF"/>
                          </a:solidFill>
                        </a:rPr>
                        <a:t>18 - 65</a:t>
                      </a:r>
                    </a:p>
                  </a:txBody>
                  <a:tcPr marL="209437" marR="282993" marT="161105" marB="161105"/>
                </a:tc>
                <a:tc>
                  <a:txBody>
                    <a:bodyPr/>
                    <a:lstStyle/>
                    <a:p>
                      <a:r>
                        <a:rPr lang="pt-PT" sz="1400" cap="none" spc="0" dirty="0">
                          <a:solidFill>
                            <a:srgbClr val="FFFFFF"/>
                          </a:solidFill>
                        </a:rPr>
                        <a:t>Adulto</a:t>
                      </a:r>
                    </a:p>
                  </a:txBody>
                  <a:tcPr marL="209437" marR="282993" marT="161105" marB="161105"/>
                </a:tc>
                <a:extLst>
                  <a:ext uri="{0D108BD9-81ED-4DB2-BD59-A6C34878D82A}">
                    <a16:rowId xmlns:a16="http://schemas.microsoft.com/office/drawing/2014/main" val="1934323847"/>
                  </a:ext>
                </a:extLst>
              </a:tr>
              <a:tr h="5578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400" cap="none" spc="0" dirty="0">
                          <a:solidFill>
                            <a:srgbClr val="FFFFFF"/>
                          </a:solidFill>
                        </a:rPr>
                        <a:t>66 - 150</a:t>
                      </a:r>
                    </a:p>
                  </a:txBody>
                  <a:tcPr marL="209437" marR="282993" marT="161105" marB="16110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400" cap="none" spc="0" dirty="0">
                          <a:solidFill>
                            <a:srgbClr val="FFFFFF"/>
                          </a:solidFill>
                        </a:rPr>
                        <a:t>Velhinho</a:t>
                      </a:r>
                    </a:p>
                  </a:txBody>
                  <a:tcPr marL="209437" marR="282993" marT="161105" marB="161105"/>
                </a:tc>
                <a:extLst>
                  <a:ext uri="{0D108BD9-81ED-4DB2-BD59-A6C34878D82A}">
                    <a16:rowId xmlns:a16="http://schemas.microsoft.com/office/drawing/2014/main" val="3189732190"/>
                  </a:ext>
                </a:extLst>
              </a:tr>
              <a:tr h="779003">
                <a:tc>
                  <a:txBody>
                    <a:bodyPr/>
                    <a:lstStyle/>
                    <a:p>
                      <a:r>
                        <a:rPr lang="pt-PT" sz="1400" cap="none" spc="0" dirty="0">
                          <a:solidFill>
                            <a:srgbClr val="FFFFFF"/>
                          </a:solidFill>
                        </a:rPr>
                        <a:t>Mais de 150</a:t>
                      </a:r>
                    </a:p>
                  </a:txBody>
                  <a:tcPr marL="209437" marR="282993" marT="161105" marB="16110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400" cap="none" spc="0" dirty="0">
                          <a:solidFill>
                            <a:srgbClr val="FFFFFF"/>
                          </a:solidFill>
                        </a:rPr>
                        <a:t>Múmia</a:t>
                      </a:r>
                    </a:p>
                  </a:txBody>
                  <a:tcPr marL="209437" marR="282993" marT="161105" marB="161105"/>
                </a:tc>
                <a:extLst>
                  <a:ext uri="{0D108BD9-81ED-4DB2-BD59-A6C34878D82A}">
                    <a16:rowId xmlns:a16="http://schemas.microsoft.com/office/drawing/2014/main" val="3456078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746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BB713-1233-080C-18A1-151E0809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pt-PT" dirty="0"/>
              <a:t>Parque de diversão</a:t>
            </a:r>
          </a:p>
        </p:txBody>
      </p:sp>
      <p:pic>
        <p:nvPicPr>
          <p:cNvPr id="5" name="Imagem 4" descr="Uma imagem com céu, nuvem, ar livre, diversão&#10;&#10;Os conteúdos gerados por IA poderão estar incorretos." title="Baloiço com correntes de um parque de diversões">
            <a:extLst>
              <a:ext uri="{FF2B5EF4-FFF2-40B4-BE49-F238E27FC236}">
                <a16:creationId xmlns:a16="http://schemas.microsoft.com/office/drawing/2014/main" id="{CD62B303-958E-3423-CE41-4E78945CC5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80" r="4610" b="-1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2228140-E6EE-EB53-B249-0BDBAAE93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PT" sz="1600" dirty="0"/>
              <a:t>Nos parques de diversões tens de ter altura e idade para poder andar nos mais fixes.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PT" sz="1600" dirty="0"/>
              <a:t>Faz um programa que verifique se se pode andar.</a:t>
            </a:r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pt-PT" sz="1600" dirty="0">
                <a:ea typeface="+mn-lt"/>
                <a:cs typeface="+mn-lt"/>
              </a:rPr>
              <a:t>Se tiver </a:t>
            </a:r>
            <a:r>
              <a:rPr lang="pt-PT" sz="1600" b="1" dirty="0">
                <a:ea typeface="+mn-lt"/>
                <a:cs typeface="+mn-lt"/>
              </a:rPr>
              <a:t>menos de 12 anos</a:t>
            </a:r>
            <a:r>
              <a:rPr lang="pt-PT" sz="1600" dirty="0">
                <a:ea typeface="+mn-lt"/>
                <a:cs typeface="+mn-lt"/>
              </a:rPr>
              <a:t> → </a:t>
            </a:r>
            <a:r>
              <a:rPr lang="pt-PT" sz="1600" dirty="0">
                <a:latin typeface="Consolas"/>
              </a:rPr>
              <a:t>"Não pode andar na atração."</a:t>
            </a:r>
            <a:endParaRPr lang="pt-PT" sz="1600" dirty="0"/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pt-PT" sz="1600" dirty="0">
                <a:ea typeface="+mn-lt"/>
                <a:cs typeface="+mn-lt"/>
              </a:rPr>
              <a:t>Se tiver </a:t>
            </a:r>
            <a:r>
              <a:rPr lang="pt-PT" sz="1600" b="1" dirty="0">
                <a:ea typeface="+mn-lt"/>
                <a:cs typeface="+mn-lt"/>
              </a:rPr>
              <a:t>12 anos ou mais</a:t>
            </a:r>
            <a:r>
              <a:rPr lang="pt-PT" sz="1600" dirty="0">
                <a:ea typeface="+mn-lt"/>
                <a:cs typeface="+mn-lt"/>
              </a:rPr>
              <a:t>, mas medir </a:t>
            </a:r>
            <a:r>
              <a:rPr lang="pt-PT" sz="1600" b="1" dirty="0">
                <a:ea typeface="+mn-lt"/>
                <a:cs typeface="+mn-lt"/>
              </a:rPr>
              <a:t>menos de 140 cm</a:t>
            </a:r>
            <a:r>
              <a:rPr lang="pt-PT" sz="1600" dirty="0">
                <a:ea typeface="+mn-lt"/>
                <a:cs typeface="+mn-lt"/>
              </a:rPr>
              <a:t> → </a:t>
            </a:r>
            <a:r>
              <a:rPr lang="pt-PT" sz="1600" dirty="0">
                <a:latin typeface="Consolas"/>
              </a:rPr>
              <a:t>"Só pode andar acompanhado por um adulto."</a:t>
            </a:r>
            <a:endParaRPr lang="pt-PT" sz="1600" dirty="0"/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pt-PT" sz="1600" dirty="0">
                <a:ea typeface="+mn-lt"/>
                <a:cs typeface="+mn-lt"/>
              </a:rPr>
              <a:t>Se tiver </a:t>
            </a:r>
            <a:r>
              <a:rPr lang="pt-PT" sz="1600" b="1" dirty="0">
                <a:ea typeface="+mn-lt"/>
                <a:cs typeface="+mn-lt"/>
              </a:rPr>
              <a:t>12 anos ou mais</a:t>
            </a:r>
            <a:r>
              <a:rPr lang="pt-PT" sz="1600" dirty="0">
                <a:ea typeface="+mn-lt"/>
                <a:cs typeface="+mn-lt"/>
              </a:rPr>
              <a:t> e medir </a:t>
            </a:r>
            <a:r>
              <a:rPr lang="pt-PT" sz="1600" b="1" dirty="0">
                <a:ea typeface="+mn-lt"/>
                <a:cs typeface="+mn-lt"/>
              </a:rPr>
              <a:t>140 cm ou mais</a:t>
            </a:r>
            <a:r>
              <a:rPr lang="pt-PT" sz="1600" dirty="0">
                <a:ea typeface="+mn-lt"/>
                <a:cs typeface="+mn-lt"/>
              </a:rPr>
              <a:t> → </a:t>
            </a:r>
            <a:r>
              <a:rPr lang="pt-PT" sz="1600" dirty="0">
                <a:latin typeface="Consolas"/>
              </a:rPr>
              <a:t>"Pode andar sozinho."</a:t>
            </a:r>
            <a:endParaRPr lang="pt-PT" sz="1600" dirty="0"/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pt-PT" sz="1600" dirty="0">
                <a:ea typeface="+mn-lt"/>
                <a:cs typeface="+mn-lt"/>
              </a:rPr>
              <a:t>Se a idade ou a altura introduzidas forem </a:t>
            </a:r>
            <a:r>
              <a:rPr lang="pt-PT" sz="1600" b="1" dirty="0">
                <a:ea typeface="+mn-lt"/>
                <a:cs typeface="+mn-lt"/>
              </a:rPr>
              <a:t>menores </a:t>
            </a:r>
            <a:r>
              <a:rPr lang="pt-PT" sz="3600" b="1" dirty="0">
                <a:ea typeface="+mn-lt"/>
                <a:cs typeface="+mn-lt"/>
              </a:rPr>
              <a:t>ou </a:t>
            </a:r>
            <a:r>
              <a:rPr lang="pt-PT" sz="1600" b="1" dirty="0">
                <a:ea typeface="+mn-lt"/>
                <a:cs typeface="+mn-lt"/>
              </a:rPr>
              <a:t>iguais a zero</a:t>
            </a:r>
            <a:r>
              <a:rPr lang="pt-PT" sz="1600" dirty="0">
                <a:ea typeface="+mn-lt"/>
                <a:cs typeface="+mn-lt"/>
              </a:rPr>
              <a:t>, deve apresentar </a:t>
            </a:r>
            <a:r>
              <a:rPr lang="pt-PT" sz="1600" dirty="0">
                <a:latin typeface="Consolas"/>
              </a:rPr>
              <a:t>"Dados inválidos."</a:t>
            </a:r>
            <a:endParaRPr lang="pt-PT" sz="1600" dirty="0"/>
          </a:p>
          <a:p>
            <a:pPr>
              <a:lnSpc>
                <a:spcPct val="90000"/>
              </a:lnSpc>
              <a:buFont typeface="Arial" charset="2"/>
              <a:buChar char="•"/>
            </a:pPr>
            <a:endParaRPr lang="pt-PT" sz="1600"/>
          </a:p>
        </p:txBody>
      </p:sp>
    </p:spTree>
    <p:extLst>
      <p:ext uri="{BB962C8B-B14F-4D97-AF65-F5344CB8AC3E}">
        <p14:creationId xmlns:p14="http://schemas.microsoft.com/office/powerpoint/2010/main" val="3661243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DF4FC-8D5C-98B2-C745-AFF13E97C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pt-PT" dirty="0"/>
              <a:t>Encomendas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4893FAD-AF59-C99A-87D1-9AE6E3A1D5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05" r="24284" b="-1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7E8B28A-BF91-097C-1559-57F7E7E5B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PT" sz="1100" dirty="0">
                <a:latin typeface="Consolas"/>
              </a:rPr>
              <a:t>Um serviço de entrega de encomendas precisa que o ajude a calcular automaticamente os portes. Pede-se o </a:t>
            </a:r>
            <a:r>
              <a:rPr lang="pt-PT" sz="1100" dirty="0">
                <a:latin typeface="Consolas"/>
                <a:ea typeface="+mn-lt"/>
                <a:cs typeface="+mn-lt"/>
              </a:rPr>
              <a:t>valor da encomenda e se se pretende entrega ao domicílio (</a:t>
            </a:r>
            <a:r>
              <a:rPr lang="pt-PT" sz="1100" dirty="0">
                <a:latin typeface="Consolas"/>
              </a:rPr>
              <a:t>S</a:t>
            </a:r>
            <a:r>
              <a:rPr lang="pt-PT" sz="1100" dirty="0">
                <a:latin typeface="Consolas"/>
                <a:ea typeface="+mn-lt"/>
                <a:cs typeface="+mn-lt"/>
              </a:rPr>
              <a:t> ou </a:t>
            </a:r>
            <a:r>
              <a:rPr lang="pt-PT" sz="1100" dirty="0">
                <a:latin typeface="Consolas"/>
              </a:rPr>
              <a:t>N</a:t>
            </a:r>
            <a:r>
              <a:rPr lang="pt-PT" sz="1100" dirty="0">
                <a:latin typeface="Consolas"/>
                <a:ea typeface="+mn-lt"/>
                <a:cs typeface="+mn-lt"/>
              </a:rPr>
              <a:t>).</a:t>
            </a:r>
            <a:endParaRPr lang="pt-PT" sz="1100" dirty="0">
              <a:latin typeface="Consolas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pt-PT" sz="1100" dirty="0">
                <a:latin typeface="Consolas"/>
                <a:ea typeface="+mn-lt"/>
                <a:cs typeface="+mn-lt"/>
              </a:rPr>
              <a:t>O programa deve calcular o valor final sabendo que:</a:t>
            </a:r>
            <a:endParaRPr lang="pt-PT" sz="1100" dirty="0">
              <a:latin typeface="Consolas"/>
            </a:endParaRPr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pt-PT" sz="1100" dirty="0">
                <a:latin typeface="Consolas"/>
                <a:ea typeface="+mn-lt"/>
                <a:cs typeface="+mn-lt"/>
              </a:rPr>
              <a:t>Se não pretender entrega ao domicílio, não há custos adicionais.</a:t>
            </a:r>
            <a:endParaRPr lang="pt-PT" sz="1100" dirty="0">
              <a:latin typeface="Consolas"/>
            </a:endParaRPr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pt-PT" sz="1100" dirty="0">
                <a:latin typeface="Consolas"/>
                <a:ea typeface="+mn-lt"/>
                <a:cs typeface="+mn-lt"/>
              </a:rPr>
              <a:t>Se pretender entrega ao domicílio:</a:t>
            </a:r>
            <a:endParaRPr lang="pt-PT" sz="1100" dirty="0">
              <a:latin typeface="Consolas"/>
            </a:endParaRPr>
          </a:p>
          <a:p>
            <a:pPr marL="560070" lvl="1" indent="-285750">
              <a:lnSpc>
                <a:spcPct val="90000"/>
              </a:lnSpc>
              <a:buFont typeface="Courier New" pitchFamily="18" charset="2"/>
              <a:buChar char="o"/>
            </a:pPr>
            <a:r>
              <a:rPr lang="pt-PT" sz="1100" dirty="0">
                <a:latin typeface="Consolas"/>
                <a:ea typeface="+mn-lt"/>
                <a:cs typeface="+mn-lt"/>
              </a:rPr>
              <a:t>encomendas de 50 € ou mais → entrega gratuita;</a:t>
            </a:r>
            <a:endParaRPr lang="pt-PT" sz="1100" dirty="0">
              <a:latin typeface="Consolas"/>
            </a:endParaRPr>
          </a:p>
          <a:p>
            <a:pPr marL="560070" lvl="1" indent="-285750">
              <a:lnSpc>
                <a:spcPct val="90000"/>
              </a:lnSpc>
              <a:buFont typeface="Courier New" pitchFamily="18" charset="2"/>
              <a:buChar char="o"/>
            </a:pPr>
            <a:r>
              <a:rPr lang="pt-PT" sz="1100" dirty="0">
                <a:latin typeface="Consolas"/>
                <a:ea typeface="+mn-lt"/>
                <a:cs typeface="+mn-lt"/>
              </a:rPr>
              <a:t>encomendas inferiores a 50 € → acrescenta 5 € de portes.</a:t>
            </a:r>
            <a:endParaRPr lang="pt-PT" sz="1100" dirty="0">
              <a:latin typeface="Consolas"/>
            </a:endParaRPr>
          </a:p>
          <a:p>
            <a:pPr marL="560070" lvl="1" indent="-285750">
              <a:lnSpc>
                <a:spcPct val="90000"/>
              </a:lnSpc>
              <a:buFont typeface="Courier New" pitchFamily="18" charset="2"/>
              <a:buChar char="o"/>
            </a:pPr>
            <a:r>
              <a:rPr lang="pt-PT" sz="1100" dirty="0">
                <a:latin typeface="Consolas"/>
                <a:ea typeface="+mn-lt"/>
                <a:cs typeface="+mn-lt"/>
              </a:rPr>
              <a:t>No final, deve apresentar o valor total a pagar.</a:t>
            </a:r>
          </a:p>
          <a:p>
            <a:pPr marL="285750" indent="-285750">
              <a:lnSpc>
                <a:spcPct val="90000"/>
              </a:lnSpc>
              <a:buFont typeface="Arial" pitchFamily="18" charset="2"/>
              <a:buChar char="•"/>
            </a:pPr>
            <a:r>
              <a:rPr lang="pt-PT" sz="1100" dirty="0">
                <a:latin typeface="Consolas"/>
                <a:ea typeface="+mn-lt"/>
                <a:cs typeface="+mn-lt"/>
              </a:rPr>
              <a:t>Se o valor da encomenda for menor ou igual a zero, deve apresentar </a:t>
            </a:r>
            <a:r>
              <a:rPr lang="pt-PT" sz="1100" dirty="0">
                <a:latin typeface="Consolas"/>
              </a:rPr>
              <a:t>"Valor inválido."</a:t>
            </a:r>
            <a:endParaRPr lang="pt-PT" sz="1100" spc="0" dirty="0">
              <a:latin typeface="Consolas"/>
            </a:endParaRPr>
          </a:p>
          <a:p>
            <a:pPr>
              <a:lnSpc>
                <a:spcPct val="90000"/>
              </a:lnSpc>
              <a:buFont typeface="Arial" charset="2"/>
              <a:buChar char="•"/>
            </a:pPr>
            <a:endParaRPr lang="pt-PT" sz="1100"/>
          </a:p>
        </p:txBody>
      </p:sp>
    </p:spTree>
    <p:extLst>
      <p:ext uri="{BB962C8B-B14F-4D97-AF65-F5344CB8AC3E}">
        <p14:creationId xmlns:p14="http://schemas.microsoft.com/office/powerpoint/2010/main" val="186761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BC3B9-9ADA-747A-8AEE-85508C32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pt-PT" dirty="0" err="1"/>
              <a:t>Vending</a:t>
            </a:r>
            <a:r>
              <a:rPr lang="pt-PT" dirty="0"/>
              <a:t> </a:t>
            </a:r>
            <a:r>
              <a:rPr lang="pt-PT" dirty="0" err="1"/>
              <a:t>Machine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5780A93-F799-AE40-764C-5A8DA9BF3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PT" sz="1700" dirty="0">
                <a:ea typeface="+mn-lt"/>
                <a:cs typeface="+mn-lt"/>
              </a:rPr>
              <a:t>Crie um fluxograma que simule uma máquina de bebidas.</a:t>
            </a:r>
            <a:endParaRPr lang="pt-PT" sz="1700" dirty="0"/>
          </a:p>
          <a:p>
            <a:pPr marL="0" indent="0">
              <a:lnSpc>
                <a:spcPct val="90000"/>
              </a:lnSpc>
              <a:buNone/>
            </a:pPr>
            <a:r>
              <a:rPr lang="pt-PT" sz="1700" dirty="0">
                <a:ea typeface="+mn-lt"/>
                <a:cs typeface="+mn-lt"/>
              </a:rPr>
              <a:t>Peça ao utilizador para escolher uma opção:</a:t>
            </a:r>
            <a:endParaRPr lang="pt-PT" sz="1700" dirty="0"/>
          </a:p>
          <a:p>
            <a:pPr marL="400050" lvl="1" indent="0">
              <a:lnSpc>
                <a:spcPct val="90000"/>
              </a:lnSpc>
              <a:buNone/>
            </a:pPr>
            <a:r>
              <a:rPr lang="pt-PT" sz="1500" b="1" dirty="0">
                <a:ea typeface="+mn-lt"/>
                <a:cs typeface="+mn-lt"/>
              </a:rPr>
              <a:t>1 → Café — 0,80 €</a:t>
            </a:r>
            <a:endParaRPr lang="pt-PT" sz="1500" dirty="0"/>
          </a:p>
          <a:p>
            <a:pPr marL="400050" lvl="1" indent="0">
              <a:lnSpc>
                <a:spcPct val="90000"/>
              </a:lnSpc>
              <a:buNone/>
            </a:pPr>
            <a:r>
              <a:rPr lang="pt-PT" sz="1500" b="1" dirty="0">
                <a:ea typeface="+mn-lt"/>
                <a:cs typeface="+mn-lt"/>
              </a:rPr>
              <a:t>2 → Chá — 1,00 €</a:t>
            </a:r>
            <a:endParaRPr lang="pt-PT" sz="1500" dirty="0"/>
          </a:p>
          <a:p>
            <a:pPr marL="400050" lvl="1" indent="0">
              <a:lnSpc>
                <a:spcPct val="90000"/>
              </a:lnSpc>
              <a:buNone/>
            </a:pPr>
            <a:r>
              <a:rPr lang="pt-PT" sz="1500" b="1" dirty="0">
                <a:ea typeface="+mn-lt"/>
                <a:cs typeface="+mn-lt"/>
              </a:rPr>
              <a:t>3 → Chocolate quente — 1,20 €</a:t>
            </a:r>
            <a:endParaRPr lang="pt-PT" sz="1500" dirty="0"/>
          </a:p>
          <a:p>
            <a:pPr marL="400050" lvl="1" indent="0">
              <a:lnSpc>
                <a:spcPct val="90000"/>
              </a:lnSpc>
              <a:buNone/>
            </a:pPr>
            <a:r>
              <a:rPr lang="pt-PT" sz="1500" b="1" dirty="0">
                <a:ea typeface="+mn-lt"/>
                <a:cs typeface="+mn-lt"/>
              </a:rPr>
              <a:t>4 → Cappuccino — 1,50 €</a:t>
            </a:r>
            <a:endParaRPr lang="pt-PT" sz="1500" dirty="0"/>
          </a:p>
          <a:p>
            <a:pPr marL="0" indent="0">
              <a:lnSpc>
                <a:spcPct val="90000"/>
              </a:lnSpc>
              <a:buNone/>
            </a:pPr>
            <a:r>
              <a:rPr lang="pt-PT" sz="1700" dirty="0">
                <a:ea typeface="+mn-lt"/>
                <a:cs typeface="+mn-lt"/>
              </a:rPr>
              <a:t>De acordo com a opção escolhida, o programa deve apresentar o </a:t>
            </a:r>
            <a:r>
              <a:rPr lang="pt-PT" sz="1700" b="1" dirty="0">
                <a:ea typeface="+mn-lt"/>
                <a:cs typeface="+mn-lt"/>
              </a:rPr>
              <a:t>nome da bebida</a:t>
            </a:r>
            <a:r>
              <a:rPr lang="pt-PT" sz="1700" dirty="0">
                <a:ea typeface="+mn-lt"/>
                <a:cs typeface="+mn-lt"/>
              </a:rPr>
              <a:t> e o </a:t>
            </a:r>
            <a:r>
              <a:rPr lang="pt-PT" sz="1700" b="1" dirty="0">
                <a:ea typeface="+mn-lt"/>
                <a:cs typeface="+mn-lt"/>
              </a:rPr>
              <a:t>preço</a:t>
            </a:r>
            <a:r>
              <a:rPr lang="pt-PT" sz="1700" dirty="0">
                <a:ea typeface="+mn-lt"/>
                <a:cs typeface="+mn-lt"/>
              </a:rPr>
              <a:t>.</a:t>
            </a:r>
            <a:endParaRPr lang="pt-PT" sz="1700" dirty="0"/>
          </a:p>
          <a:p>
            <a:pPr marL="0" indent="0">
              <a:lnSpc>
                <a:spcPct val="90000"/>
              </a:lnSpc>
              <a:buNone/>
            </a:pPr>
            <a:r>
              <a:rPr lang="pt-PT" sz="1700" dirty="0">
                <a:ea typeface="+mn-lt"/>
                <a:cs typeface="+mn-lt"/>
              </a:rPr>
              <a:t>Se for introduzida qualquer outra opção, deve apresentar: </a:t>
            </a:r>
            <a:r>
              <a:rPr lang="pt-PT" sz="1700" b="1" dirty="0">
                <a:ea typeface="+mn-lt"/>
                <a:cs typeface="+mn-lt"/>
              </a:rPr>
              <a:t>"Opção inválida."</a:t>
            </a:r>
            <a:endParaRPr lang="pt-PT" sz="1700" dirty="0"/>
          </a:p>
          <a:p>
            <a:pPr>
              <a:lnSpc>
                <a:spcPct val="90000"/>
              </a:lnSpc>
            </a:pPr>
            <a:endParaRPr lang="pt-PT" sz="170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BCCA001F-96BC-4B90-8E8E-C57A71CBE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249615-E479-4FED-952F-F16BADB21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1" y="0"/>
            <a:ext cx="406254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1E866DA6-165C-4E69-93E5-E701B6B92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472531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" name="Imagem 3" descr="Vending Machines">
            <a:extLst>
              <a:ext uri="{FF2B5EF4-FFF2-40B4-BE49-F238E27FC236}">
                <a16:creationId xmlns:a16="http://schemas.microsoft.com/office/drawing/2014/main" id="{76EEDDFC-2037-54FC-5AED-0A33371338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41"/>
          <a:stretch>
            <a:fillRect/>
          </a:stretch>
        </p:blipFill>
        <p:spPr>
          <a:xfrm>
            <a:off x="7094333" y="-239538"/>
            <a:ext cx="5758625" cy="8499612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E26EE37-584B-42B5-A4D3-878F365D6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12040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95514-18E8-9F7B-30BF-AC443937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6776C-4A98-9EE1-31CA-AE3CBC4E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pt-PT" dirty="0" err="1"/>
              <a:t>Vending</a:t>
            </a:r>
            <a:r>
              <a:rPr lang="pt-PT" dirty="0"/>
              <a:t> </a:t>
            </a:r>
            <a:r>
              <a:rPr lang="pt-PT" dirty="0" err="1"/>
              <a:t>Machine</a:t>
            </a:r>
            <a:r>
              <a:rPr lang="pt-PT" dirty="0"/>
              <a:t> Extra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F8F34E0-0A1D-8803-5B26-2109573CA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18288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Ao </a:t>
            </a:r>
            <a:r>
              <a:rPr lang="en-US" dirty="0" err="1">
                <a:ea typeface="+mn-lt"/>
                <a:cs typeface="+mn-lt"/>
              </a:rPr>
              <a:t>exercício</a:t>
            </a:r>
            <a:r>
              <a:rPr lang="en-US" dirty="0">
                <a:ea typeface="+mn-lt"/>
                <a:cs typeface="+mn-lt"/>
              </a:rPr>
              <a:t> anterior </a:t>
            </a:r>
            <a:r>
              <a:rPr lang="en-US" dirty="0" err="1">
                <a:ea typeface="+mn-lt"/>
                <a:cs typeface="+mn-lt"/>
              </a:rPr>
              <a:t>acrescente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perguntar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quantidade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indent="-18288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Apresente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custo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indent="-18288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Leia o </a:t>
            </a:r>
            <a:r>
              <a:rPr lang="en-US" dirty="0" err="1">
                <a:ea typeface="+mn-lt"/>
                <a:cs typeface="+mn-lt"/>
              </a:rPr>
              <a:t>dinheiro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pessoa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colocou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indent="-18288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Diga qual o </a:t>
            </a:r>
            <a:r>
              <a:rPr lang="en-US" dirty="0" err="1">
                <a:ea typeface="+mn-lt"/>
                <a:cs typeface="+mn-lt"/>
              </a:rPr>
              <a:t>troco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 charset="2"/>
              <a:buChar char="•"/>
            </a:pPr>
            <a:endParaRPr lang="pt-PT"/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8DB9BC10-DABC-48C4-BF24-E621264B0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348FA2-1392-4EC3-AF8B-6A64B797C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3992" y="0"/>
            <a:ext cx="60984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93CB2C36-347C-4705-BC75-94EAB8FF8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7" name="Imagem 6" descr="Vending Machines">
            <a:extLst>
              <a:ext uri="{FF2B5EF4-FFF2-40B4-BE49-F238E27FC236}">
                <a16:creationId xmlns:a16="http://schemas.microsoft.com/office/drawing/2014/main" id="{223437B0-C202-42C8-0D7A-49A38C0BD6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41"/>
          <a:stretch>
            <a:fillRect/>
          </a:stretch>
        </p:blipFill>
        <p:spPr>
          <a:xfrm>
            <a:off x="6466096" y="-357717"/>
            <a:ext cx="5721680" cy="8420099"/>
          </a:xfrm>
          <a:prstGeom prst="rect">
            <a:avLst/>
          </a:prstGeom>
          <a:effectLst/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437D23E-7DA0-4020-B991-9734AB977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32533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1838B29BE400418F64012B09F26F25" ma:contentTypeVersion="3" ma:contentTypeDescription="Criar um novo documento." ma:contentTypeScope="" ma:versionID="3ac07e79369edef41cfbd4fd28f59b6b">
  <xsd:schema xmlns:xsd="http://www.w3.org/2001/XMLSchema" xmlns:xs="http://www.w3.org/2001/XMLSchema" xmlns:p="http://schemas.microsoft.com/office/2006/metadata/properties" xmlns:ns2="173d77ef-034d-4373-8d2e-474a77ea109d" targetNamespace="http://schemas.microsoft.com/office/2006/metadata/properties" ma:root="true" ma:fieldsID="cf9cf6ea52323ab86580d65a994018f2" ns2:_="">
    <xsd:import namespace="173d77ef-034d-4373-8d2e-474a77ea10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d77ef-034d-4373-8d2e-474a77ea10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82E7B5-C49A-40DF-BC36-F5329BBDB5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3d77ef-034d-4373-8d2e-474a77ea10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523344-B5B0-4F9D-ADB4-70603FB466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687A67-1F13-4846-A1C6-24FA5C76993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8" baseType="lpstr">
      <vt:lpstr>Ion</vt:lpstr>
      <vt:lpstr>Exercícios Algoritmia</vt:lpstr>
      <vt:lpstr>Dias da Semana</vt:lpstr>
      <vt:lpstr>Quantos anos?</vt:lpstr>
      <vt:lpstr>Parque de diversão</vt:lpstr>
      <vt:lpstr>Encomendas</vt:lpstr>
      <vt:lpstr>Vending Machine</vt:lpstr>
      <vt:lpstr>Vending Machine Extra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223</cp:revision>
  <dcterms:created xsi:type="dcterms:W3CDTF">2025-09-24T19:57:40Z</dcterms:created>
  <dcterms:modified xsi:type="dcterms:W3CDTF">2026-10-01T08:08:17Z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0x010100EA1838B29BE400418F64012B09F26F25</vt:lpwstr>
  </property>
  <property fmtid="{D5CDD505-2E9C-101B-9397-08002B2CF9AE}" pid="3" name="Order">
    <vt:r8>203000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