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058" r:id="rId4"/>
  </p:sldMasterIdLst>
  <p:notesMasterIdLst>
    <p:notesMasterId r:id="rId10"/>
  </p:notesMasterIdLst>
  <p:handoutMasterIdLst>
    <p:handoutMasterId r:id="rId11"/>
  </p:handoutMasterIdLst>
  <p:sldIdLst>
    <p:sldId id="425" r:id="rId5"/>
    <p:sldId id="426" r:id="rId6"/>
    <p:sldId id="427" r:id="rId7"/>
    <p:sldId id="428" r:id="rId8"/>
    <p:sldId id="43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061E8-2D2B-918E-286E-805089A853EF}" v="24" dt="2026-10-14T08:28:50.238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Estilo Claro 3 - Destaqu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14/10/2026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14/10/2026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2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3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9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4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6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6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8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9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2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0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8B8BDAB-7E5D-D83B-E9E4-50C4AE714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/>
            <a:r>
              <a:rPr lang="pt-PT" sz="10000"/>
              <a:t>C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DC5EE2E-B52B-D5BE-9AF5-77ACEBFD4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" algn="l">
              <a:spcBef>
                <a:spcPts val="0"/>
              </a:spcBef>
              <a:spcAft>
                <a:spcPts val="600"/>
              </a:spcAft>
            </a:pPr>
            <a:r>
              <a:rPr lang="en-US" sz="1500" dirty="0" err="1"/>
              <a:t>Curso</a:t>
            </a:r>
            <a:r>
              <a:rPr lang="en-US" sz="1500" dirty="0"/>
              <a:t> </a:t>
            </a:r>
            <a:r>
              <a:rPr lang="en-US" sz="1500" dirty="0" err="1"/>
              <a:t>profissional</a:t>
            </a:r>
            <a:r>
              <a:rPr lang="en-US" sz="1500" dirty="0"/>
              <a:t> de Técnico </a:t>
            </a:r>
            <a:r>
              <a:rPr lang="en-US" sz="1500" dirty="0" err="1"/>
              <a:t>Desenvolvimento</a:t>
            </a:r>
            <a:r>
              <a:rPr lang="en-US" sz="1500" dirty="0"/>
              <a:t> de Software</a:t>
            </a:r>
            <a:endParaRPr lang="pt-PT" sz="1500" dirty="0">
              <a:ea typeface="Calibri"/>
              <a:cs typeface="Calibri"/>
            </a:endParaRPr>
          </a:p>
          <a:p>
            <a:pPr algn="l"/>
            <a:endParaRPr lang="pt-PT" sz="1500">
              <a:ea typeface="Calibri"/>
              <a:cs typeface="Calibri"/>
            </a:endParaRPr>
          </a:p>
          <a:p>
            <a:pPr algn="l"/>
            <a:r>
              <a:rPr lang="pt-PT" sz="1500"/>
              <a:t>Clara Ferreira</a:t>
            </a:r>
            <a:endParaRPr lang="pt-PT" sz="1500">
              <a:ea typeface="Calibri"/>
              <a:cs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71FA52-5309-2E99-5173-B226BABD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33700" y="824442"/>
            <a:ext cx="32766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5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96EBA6-E05D-38D2-0010-35ED9A4B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>
                <a:latin typeface="+mj-lt"/>
                <a:ea typeface="+mj-ea"/>
                <a:cs typeface="+mj-cs"/>
              </a:rPr>
              <a:t>Do...While (Fazer Enquanto)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6734E530-F774-311B-C6AD-E4CB72A6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PT" sz="2100"/>
              <a:t>do {</a:t>
            </a:r>
          </a:p>
          <a:p>
            <a:pPr marL="0" indent="0">
              <a:buNone/>
            </a:pPr>
            <a:r>
              <a:rPr lang="pt-PT" sz="2100"/>
              <a:t>    // Código a ser executado</a:t>
            </a:r>
          </a:p>
          <a:p>
            <a:pPr marL="0" indent="0">
              <a:buNone/>
            </a:pPr>
            <a:r>
              <a:rPr lang="pt-PT" sz="2100"/>
              <a:t>} while (condição);</a:t>
            </a:r>
          </a:p>
        </p:txBody>
      </p:sp>
    </p:spTree>
    <p:extLst>
      <p:ext uri="{BB962C8B-B14F-4D97-AF65-F5344CB8AC3E}">
        <p14:creationId xmlns:p14="http://schemas.microsoft.com/office/powerpoint/2010/main" val="16212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0" name="Rectangle 25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20387E-494B-4F6B-B3DC-06D87759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>
                <a:latin typeface="+mj-lt"/>
                <a:ea typeface="+mj-ea"/>
                <a:cs typeface="+mj-cs"/>
              </a:rPr>
              <a:t>While (Enquanto):</a:t>
            </a:r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DBF0F056-CAD3-6D1A-8F71-DE8488028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PT" sz="2100"/>
              <a:t>while (condição) {</a:t>
            </a:r>
          </a:p>
          <a:p>
            <a:pPr marL="0" indent="0">
              <a:buNone/>
            </a:pPr>
            <a:r>
              <a:rPr lang="pt-PT" sz="2100"/>
              <a:t>    // Código a ser executado</a:t>
            </a:r>
          </a:p>
          <a:p>
            <a:pPr marL="0" indent="0">
              <a:buNone/>
            </a:pPr>
            <a:r>
              <a:rPr lang="pt-PT" sz="2100"/>
              <a:t>}</a:t>
            </a:r>
          </a:p>
          <a:p>
            <a:pPr marL="0" indent="0">
              <a:buNone/>
            </a:pPr>
            <a:endParaRPr lang="pt-PT" sz="2100"/>
          </a:p>
        </p:txBody>
      </p:sp>
    </p:spTree>
    <p:extLst>
      <p:ext uri="{BB962C8B-B14F-4D97-AF65-F5344CB8AC3E}">
        <p14:creationId xmlns:p14="http://schemas.microsoft.com/office/powerpoint/2010/main" val="330157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" name="Rectangle 24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5744F2-C0DB-6F6F-0141-94DF0FCC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/>
              <a:t>For (De…até)</a:t>
            </a:r>
            <a:endParaRPr lang="en-US" sz="4700" kern="1200">
              <a:latin typeface="+mj-lt"/>
              <a:ea typeface="+mj-ea"/>
              <a:cs typeface="+mj-cs"/>
            </a:endParaRPr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1" name="Rectangle 25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A9403BA8-B9FC-CD91-A4D9-86B6CE64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PT" sz="2100"/>
              <a:t>for (inicialização; condição; expressão de incremento) {</a:t>
            </a:r>
          </a:p>
          <a:p>
            <a:pPr marL="0" indent="0">
              <a:buNone/>
            </a:pPr>
            <a:r>
              <a:rPr lang="pt-PT" sz="2100"/>
              <a:t>    // Código a ser executado repetidamente</a:t>
            </a:r>
          </a:p>
          <a:p>
            <a:pPr marL="0" indent="0">
              <a:buNone/>
            </a:pPr>
            <a:r>
              <a:rPr lang="pt-PT" sz="2100"/>
              <a:t>}</a:t>
            </a:r>
          </a:p>
          <a:p>
            <a:r>
              <a:rPr lang="pt-PT" sz="2100"/>
              <a:t>Inicialização: O número onde começa o contador.</a:t>
            </a:r>
          </a:p>
          <a:p>
            <a:r>
              <a:rPr lang="pt-PT" sz="2100"/>
              <a:t>Condição: O número limite do contador.</a:t>
            </a:r>
          </a:p>
          <a:p>
            <a:r>
              <a:rPr lang="pt-PT" sz="2100"/>
              <a:t>Expressão de incremento: fórmula matemática aplicada ao contador (normalmente é +1 mas poderá ser mais complicada).</a:t>
            </a:r>
          </a:p>
        </p:txBody>
      </p:sp>
    </p:spTree>
    <p:extLst>
      <p:ext uri="{BB962C8B-B14F-4D97-AF65-F5344CB8AC3E}">
        <p14:creationId xmlns:p14="http://schemas.microsoft.com/office/powerpoint/2010/main" val="85552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B075102-38C2-1082-C5E4-29EE14EF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pt-PT" sz="4700"/>
              <a:t>Exemplo do for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26AB546A-953B-22AB-BD80-A510A1838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nn-NO" sz="1800"/>
          </a:p>
          <a:p>
            <a:pPr marL="0" indent="0">
              <a:buNone/>
            </a:pPr>
            <a:r>
              <a:rPr lang="nn-NO" sz="1800"/>
              <a:t>#include &lt;stdio.h&gt;
int i;</a:t>
            </a:r>
          </a:p>
          <a:p>
            <a:pPr marL="0" indent="0">
              <a:buNone/>
            </a:pPr>
            <a:r>
              <a:rPr lang="nn-NO" sz="1800"/>
              <a:t>for (i = 1; i &lt;= 5; i++) {</a:t>
            </a:r>
          </a:p>
          <a:p>
            <a:pPr marL="0" indent="0">
              <a:buNone/>
            </a:pPr>
            <a:r>
              <a:rPr lang="nn-NO" sz="1800">
                <a:ea typeface="+mn-lt"/>
                <a:cs typeface="+mn-lt"/>
              </a:rPr>
              <a:t>   printf("%d ", i);</a:t>
            </a:r>
          </a:p>
          <a:p>
            <a:pPr marL="0" indent="0">
              <a:buNone/>
            </a:pPr>
            <a:r>
              <a:rPr lang="nn-NO" sz="1800">
                <a:ea typeface="+mn-lt"/>
                <a:cs typeface="+mn-lt"/>
              </a:rPr>
              <a:t>}</a:t>
            </a:r>
          </a:p>
          <a:p>
            <a:pPr marL="0" indent="0">
              <a:buNone/>
            </a:pPr>
            <a:endParaRPr lang="nn-NO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nn-NO" sz="1800"/>
              <a:t>// Imprime os números de 1 a 5 inclusive.</a:t>
            </a:r>
            <a:endParaRPr lang="pt-PT" sz="1800"/>
          </a:p>
        </p:txBody>
      </p:sp>
    </p:spTree>
    <p:extLst>
      <p:ext uri="{BB962C8B-B14F-4D97-AF65-F5344CB8AC3E}">
        <p14:creationId xmlns:p14="http://schemas.microsoft.com/office/powerpoint/2010/main" val="151657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50629A-60DB-4860-944F-9623DF57E63A}">
  <ds:schemaRefs>
    <ds:schemaRef ds:uri="a00e5186-3ee1-4f03-a7d6-66b69971da24"/>
    <ds:schemaRef ds:uri="f40a1378-073b-4b98-b63d-f4c0e38f7637"/>
    <ds:schemaRef ds:uri="http://schemas.microsoft.com/office/2006/metadata/properties"/>
    <ds:schemaRef ds:uri="http://schemas.microsoft.com/office/infopath/2007/PartnerControls"/>
    <ds:schemaRef ds:uri="334802ed-a461-4ae4-8ec9-509cf736257c"/>
    <ds:schemaRef ds:uri="b9929b85-74bd-4e25-bb07-f469df70cd08"/>
  </ds:schemaRefs>
</ds:datastoreItem>
</file>

<file path=customXml/itemProps2.xml><?xml version="1.0" encoding="utf-8"?>
<ds:datastoreItem xmlns:ds="http://schemas.openxmlformats.org/officeDocument/2006/customXml" ds:itemID="{E4FC38F4-1EA2-46BA-BD0D-79CAA90A3FCB}"/>
</file>

<file path=customXml/itemProps3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Apresentação no Ecrã (4:3)</PresentationFormat>
  <Slides>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6" baseType="lpstr">
      <vt:lpstr>Office Theme</vt:lpstr>
      <vt:lpstr>C</vt:lpstr>
      <vt:lpstr>Do...While (Fazer Enquanto)</vt:lpstr>
      <vt:lpstr>While (Enquanto):</vt:lpstr>
      <vt:lpstr>For (De…até)</vt:lpstr>
      <vt:lpstr>Exemplo do for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18</cp:revision>
  <dcterms:created xsi:type="dcterms:W3CDTF">2016-10-28T15:18:04Z</dcterms:created>
  <dcterms:modified xsi:type="dcterms:W3CDTF">2026-10-14T08:28:57Z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</Properties>
</file>