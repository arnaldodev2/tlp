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 saveSubsetFonts="1">
  <p:sldMasterIdLst>
    <p:sldMasterId id="2147484065" r:id="rId4"/>
  </p:sldMasterIdLst>
  <p:notesMasterIdLst>
    <p:notesMasterId r:id="rId14"/>
  </p:notesMasterIdLst>
  <p:handoutMasterIdLst>
    <p:handoutMasterId r:id="rId15"/>
  </p:handoutMasterIdLst>
  <p:sldIdLst>
    <p:sldId id="672" r:id="rId5"/>
    <p:sldId id="674" r:id="rId6"/>
    <p:sldId id="673" r:id="rId7"/>
    <p:sldId id="675" r:id="rId8"/>
    <p:sldId id="676" r:id="rId9"/>
    <p:sldId id="677" r:id="rId10"/>
    <p:sldId id="678" r:id="rId11"/>
    <p:sldId id="680" r:id="rId12"/>
    <p:sldId id="681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33CCCC"/>
    <a:srgbClr val="0066FF"/>
    <a:srgbClr val="3366FF"/>
    <a:srgbClr val="3399FF"/>
    <a:srgbClr val="FF9900"/>
    <a:srgbClr val="003300"/>
    <a:srgbClr val="FFCC99"/>
    <a:srgbClr val="FF9966"/>
    <a:srgbClr val="FAA260"/>
    <a:srgbClr val="009ED6"/>
  </p:clrMru>
  <p:extLst>
    <p:ext uri="{E76CE94A-603C-4142-B9EB-6D1370010A27}">
      <p14:discardImageEditData xmlns:p14="http://schemas.microsoft.com/office/powerpoint/2010/main" val="1"/>
    </p:ext>
    <p:ext uri="{D31A062A-798A-4329-ABDD-BBA856620510}">
      <p14:defaultImageDpi xmlns:p14="http://schemas.microsoft.com/office/powerpoint/2010/main" val="96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F0BD609-FE2A-52BD-D629-0A6A2A6C8303}" v="15" dt="2026-10-22T10:26:50.969"/>
  </p1510:revLst>
</p1510:revInfo>
</file>

<file path=ppt/tableStyles.xml><?xml version="1.0" encoding="utf-8"?>
<a:tblStyleLst xmlns:a="http://schemas.openxmlformats.org/drawingml/2006/main" def="{5C22544A-7EE6-4342-B048-85BDC9FD1C3A}">
  <a:tblStyle styleId="{327F97BB-C833-4FB7-BDE5-3F7075034690}" styleName="Themed Style 2 - Accent 5">
    <a:tblBg>
      <a:fillRef idx="3">
        <a:schemeClr val="accent5"/>
      </a:fillRef>
      <a:effectRef idx="3">
        <a:schemeClr val="accent5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5">
                <a:tint val="50000"/>
              </a:schemeClr>
            </a:lnRef>
          </a:left>
          <a:right>
            <a:lnRef idx="1">
              <a:schemeClr val="accent5">
                <a:tint val="50000"/>
              </a:schemeClr>
            </a:lnRef>
          </a:right>
          <a:top>
            <a:lnRef idx="1">
              <a:schemeClr val="accent5">
                <a:tint val="50000"/>
              </a:schemeClr>
            </a:lnRef>
          </a:top>
          <a:bottom>
            <a:lnRef idx="1">
              <a:schemeClr val="accent5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5FD0F851-EC5A-4D38-B0AD-8093EC10F338}" styleName="Light Style 1 - Accent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5C22544A-7EE6-4342-B048-85BDC9FD1C3A}" styleName="Estilo Médio 2 - Destaqu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1" d="100"/>
          <a:sy n="71" d="100"/>
        </p:scale>
        <p:origin x="468" y="60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presProps" Target="presProps.xml"/><Relationship Id="rId20" Type="http://schemas.microsoft.com/office/2015/10/relationships/revisionInfo" Target="revisionInfo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handoutMaster" Target="handoutMasters/handoutMaster1.xml"/><Relationship Id="rId10" Type="http://schemas.openxmlformats.org/officeDocument/2006/relationships/slide" Target="slides/slide6.xml"/><Relationship Id="rId19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notesMaster" Target="notesMasters/notesMaster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A174784C-C468-4C47-BE1F-057A4928A59F}" type="doc">
      <dgm:prSet loTypeId="urn:microsoft.com/office/officeart/2008/layout/LinedList" loCatId="list" qsTypeId="urn:microsoft.com/office/officeart/2005/8/quickstyle/simple1" qsCatId="simple" csTypeId="urn:microsoft.com/office/officeart/2005/8/colors/accent0_3" csCatId="mainScheme"/>
      <dgm:spPr/>
      <dgm:t>
        <a:bodyPr/>
        <a:lstStyle/>
        <a:p>
          <a:endParaRPr lang="en-US"/>
        </a:p>
      </dgm:t>
    </dgm:pt>
    <dgm:pt modelId="{52CB0C97-BB45-49BB-B8C0-9176C4D5D0F3}">
      <dgm:prSet/>
      <dgm:spPr/>
      <dgm:t>
        <a:bodyPr/>
        <a:lstStyle/>
        <a:p>
          <a:r>
            <a:rPr lang="pt-PT"/>
            <a:t>Pedir um número</a:t>
          </a:r>
          <a:endParaRPr lang="en-US"/>
        </a:p>
      </dgm:t>
    </dgm:pt>
    <dgm:pt modelId="{EADA8131-2C7B-4E2B-A20E-3B322E88B9FC}" type="parTrans" cxnId="{52AE4DA5-7972-4F13-804E-F6ED1CE9093B}">
      <dgm:prSet/>
      <dgm:spPr/>
      <dgm:t>
        <a:bodyPr/>
        <a:lstStyle/>
        <a:p>
          <a:endParaRPr lang="en-US"/>
        </a:p>
      </dgm:t>
    </dgm:pt>
    <dgm:pt modelId="{EA21219B-B719-4A6A-ABDB-C1995BF1995D}" type="sibTrans" cxnId="{52AE4DA5-7972-4F13-804E-F6ED1CE9093B}">
      <dgm:prSet/>
      <dgm:spPr/>
      <dgm:t>
        <a:bodyPr/>
        <a:lstStyle/>
        <a:p>
          <a:endParaRPr lang="en-US"/>
        </a:p>
      </dgm:t>
    </dgm:pt>
    <dgm:pt modelId="{6B616F0F-F108-4C0E-9D8D-0D0109B18529}">
      <dgm:prSet/>
      <dgm:spPr/>
      <dgm:t>
        <a:bodyPr/>
        <a:lstStyle/>
        <a:p>
          <a:r>
            <a:rPr lang="pt-PT"/>
            <a:t>Calcular a sua tabuada de 1 a 10</a:t>
          </a:r>
          <a:endParaRPr lang="en-US"/>
        </a:p>
      </dgm:t>
    </dgm:pt>
    <dgm:pt modelId="{7B877443-FF93-4272-A53B-3FD5F9CEF33B}" type="parTrans" cxnId="{A0B43DEE-EBAE-417D-BB0A-0DFB70AFAC7F}">
      <dgm:prSet/>
      <dgm:spPr/>
      <dgm:t>
        <a:bodyPr/>
        <a:lstStyle/>
        <a:p>
          <a:endParaRPr lang="en-US"/>
        </a:p>
      </dgm:t>
    </dgm:pt>
    <dgm:pt modelId="{4BF8A3D8-FC70-4B23-A012-22CEC2574D58}" type="sibTrans" cxnId="{A0B43DEE-EBAE-417D-BB0A-0DFB70AFAC7F}">
      <dgm:prSet/>
      <dgm:spPr/>
      <dgm:t>
        <a:bodyPr/>
        <a:lstStyle/>
        <a:p>
          <a:endParaRPr lang="en-US"/>
        </a:p>
      </dgm:t>
    </dgm:pt>
    <dgm:pt modelId="{B6D83D05-347F-498C-A734-78DA98C461DB}" type="pres">
      <dgm:prSet presAssocID="{A174784C-C468-4C47-BE1F-057A4928A59F}" presName="vert0" presStyleCnt="0">
        <dgm:presLayoutVars>
          <dgm:dir/>
          <dgm:animOne val="branch"/>
          <dgm:animLvl val="lvl"/>
        </dgm:presLayoutVars>
      </dgm:prSet>
      <dgm:spPr/>
    </dgm:pt>
    <dgm:pt modelId="{49EF458A-2F0B-464B-AE56-7CA78F2BD220}" type="pres">
      <dgm:prSet presAssocID="{52CB0C97-BB45-49BB-B8C0-9176C4D5D0F3}" presName="thickLine" presStyleLbl="alignNode1" presStyleIdx="0" presStyleCnt="2"/>
      <dgm:spPr/>
    </dgm:pt>
    <dgm:pt modelId="{1B824451-B049-40FB-B3F0-EB9FC00C7255}" type="pres">
      <dgm:prSet presAssocID="{52CB0C97-BB45-49BB-B8C0-9176C4D5D0F3}" presName="horz1" presStyleCnt="0"/>
      <dgm:spPr/>
    </dgm:pt>
    <dgm:pt modelId="{39F44375-0F2B-464A-B49E-0BCBBB3140C9}" type="pres">
      <dgm:prSet presAssocID="{52CB0C97-BB45-49BB-B8C0-9176C4D5D0F3}" presName="tx1" presStyleLbl="revTx" presStyleIdx="0" presStyleCnt="2"/>
      <dgm:spPr/>
    </dgm:pt>
    <dgm:pt modelId="{D00E6B1D-820B-487D-AA65-A5391537A550}" type="pres">
      <dgm:prSet presAssocID="{52CB0C97-BB45-49BB-B8C0-9176C4D5D0F3}" presName="vert1" presStyleCnt="0"/>
      <dgm:spPr/>
    </dgm:pt>
    <dgm:pt modelId="{D932077E-B5C7-43C8-A409-5C7BD74FAD72}" type="pres">
      <dgm:prSet presAssocID="{6B616F0F-F108-4C0E-9D8D-0D0109B18529}" presName="thickLine" presStyleLbl="alignNode1" presStyleIdx="1" presStyleCnt="2"/>
      <dgm:spPr/>
    </dgm:pt>
    <dgm:pt modelId="{D5D4A0D2-BF3A-4AEA-A5C9-B63D9F86781D}" type="pres">
      <dgm:prSet presAssocID="{6B616F0F-F108-4C0E-9D8D-0D0109B18529}" presName="horz1" presStyleCnt="0"/>
      <dgm:spPr/>
    </dgm:pt>
    <dgm:pt modelId="{4069E97F-457B-4FCC-A1F0-183A5F997CCA}" type="pres">
      <dgm:prSet presAssocID="{6B616F0F-F108-4C0E-9D8D-0D0109B18529}" presName="tx1" presStyleLbl="revTx" presStyleIdx="1" presStyleCnt="2"/>
      <dgm:spPr/>
    </dgm:pt>
    <dgm:pt modelId="{B5AA21A3-EE9E-41AE-8C2E-2DE23F19B695}" type="pres">
      <dgm:prSet presAssocID="{6B616F0F-F108-4C0E-9D8D-0D0109B18529}" presName="vert1" presStyleCnt="0"/>
      <dgm:spPr/>
    </dgm:pt>
  </dgm:ptLst>
  <dgm:cxnLst>
    <dgm:cxn modelId="{E6C32934-5445-4853-9A52-C9C40AEA57A7}" type="presOf" srcId="{52CB0C97-BB45-49BB-B8C0-9176C4D5D0F3}" destId="{39F44375-0F2B-464A-B49E-0BCBBB3140C9}" srcOrd="0" destOrd="0" presId="urn:microsoft.com/office/officeart/2008/layout/LinedList"/>
    <dgm:cxn modelId="{6F89CA8B-AF0C-42CA-B2D6-F59D690F936B}" type="presOf" srcId="{6B616F0F-F108-4C0E-9D8D-0D0109B18529}" destId="{4069E97F-457B-4FCC-A1F0-183A5F997CCA}" srcOrd="0" destOrd="0" presId="urn:microsoft.com/office/officeart/2008/layout/LinedList"/>
    <dgm:cxn modelId="{52AE4DA5-7972-4F13-804E-F6ED1CE9093B}" srcId="{A174784C-C468-4C47-BE1F-057A4928A59F}" destId="{52CB0C97-BB45-49BB-B8C0-9176C4D5D0F3}" srcOrd="0" destOrd="0" parTransId="{EADA8131-2C7B-4E2B-A20E-3B322E88B9FC}" sibTransId="{EA21219B-B719-4A6A-ABDB-C1995BF1995D}"/>
    <dgm:cxn modelId="{1D095AB1-8FA2-4EE8-AF59-D964D82D4897}" type="presOf" srcId="{A174784C-C468-4C47-BE1F-057A4928A59F}" destId="{B6D83D05-347F-498C-A734-78DA98C461DB}" srcOrd="0" destOrd="0" presId="urn:microsoft.com/office/officeart/2008/layout/LinedList"/>
    <dgm:cxn modelId="{A0B43DEE-EBAE-417D-BB0A-0DFB70AFAC7F}" srcId="{A174784C-C468-4C47-BE1F-057A4928A59F}" destId="{6B616F0F-F108-4C0E-9D8D-0D0109B18529}" srcOrd="1" destOrd="0" parTransId="{7B877443-FF93-4272-A53B-3FD5F9CEF33B}" sibTransId="{4BF8A3D8-FC70-4B23-A012-22CEC2574D58}"/>
    <dgm:cxn modelId="{6D5767E8-E03E-479A-BA2C-91346AB9EA41}" type="presParOf" srcId="{B6D83D05-347F-498C-A734-78DA98C461DB}" destId="{49EF458A-2F0B-464B-AE56-7CA78F2BD220}" srcOrd="0" destOrd="0" presId="urn:microsoft.com/office/officeart/2008/layout/LinedList"/>
    <dgm:cxn modelId="{AE27B4A4-FD35-4300-9F61-B3B0ABBC659F}" type="presParOf" srcId="{B6D83D05-347F-498C-A734-78DA98C461DB}" destId="{1B824451-B049-40FB-B3F0-EB9FC00C7255}" srcOrd="1" destOrd="0" presId="urn:microsoft.com/office/officeart/2008/layout/LinedList"/>
    <dgm:cxn modelId="{87C4AF01-757E-4F70-95CB-F6D22453E56D}" type="presParOf" srcId="{1B824451-B049-40FB-B3F0-EB9FC00C7255}" destId="{39F44375-0F2B-464A-B49E-0BCBBB3140C9}" srcOrd="0" destOrd="0" presId="urn:microsoft.com/office/officeart/2008/layout/LinedList"/>
    <dgm:cxn modelId="{57F63D85-9ED0-41A9-8600-00EFEDE221B0}" type="presParOf" srcId="{1B824451-B049-40FB-B3F0-EB9FC00C7255}" destId="{D00E6B1D-820B-487D-AA65-A5391537A550}" srcOrd="1" destOrd="0" presId="urn:microsoft.com/office/officeart/2008/layout/LinedList"/>
    <dgm:cxn modelId="{4883FCAF-55D9-4FE8-BE85-82923EA3E955}" type="presParOf" srcId="{B6D83D05-347F-498C-A734-78DA98C461DB}" destId="{D932077E-B5C7-43C8-A409-5C7BD74FAD72}" srcOrd="2" destOrd="0" presId="urn:microsoft.com/office/officeart/2008/layout/LinedList"/>
    <dgm:cxn modelId="{36033B7B-5D6E-429E-9C10-467899B6AA27}" type="presParOf" srcId="{B6D83D05-347F-498C-A734-78DA98C461DB}" destId="{D5D4A0D2-BF3A-4AEA-A5C9-B63D9F86781D}" srcOrd="3" destOrd="0" presId="urn:microsoft.com/office/officeart/2008/layout/LinedList"/>
    <dgm:cxn modelId="{47E4797C-7EB6-4065-BFD0-C27B7B6DA8D6}" type="presParOf" srcId="{D5D4A0D2-BF3A-4AEA-A5C9-B63D9F86781D}" destId="{4069E97F-457B-4FCC-A1F0-183A5F997CCA}" srcOrd="0" destOrd="0" presId="urn:microsoft.com/office/officeart/2008/layout/LinedList"/>
    <dgm:cxn modelId="{0697C7F0-0DAB-4777-B0BF-4462E3ECA2C3}" type="presParOf" srcId="{D5D4A0D2-BF3A-4AEA-A5C9-B63D9F86781D}" destId="{B5AA21A3-EE9E-41AE-8C2E-2DE23F19B695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9EF458A-2F0B-464B-AE56-7CA78F2BD220}">
      <dsp:nvSpPr>
        <dsp:cNvPr id="0" name=""/>
        <dsp:cNvSpPr/>
      </dsp:nvSpPr>
      <dsp:spPr>
        <a:xfrm>
          <a:off x="0" y="0"/>
          <a:ext cx="3398174" cy="0"/>
        </a:xfrm>
        <a:prstGeom prst="line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9F44375-0F2B-464A-B49E-0BCBBB3140C9}">
      <dsp:nvSpPr>
        <dsp:cNvPr id="0" name=""/>
        <dsp:cNvSpPr/>
      </dsp:nvSpPr>
      <dsp:spPr>
        <a:xfrm>
          <a:off x="0" y="0"/>
          <a:ext cx="3398174" cy="181972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7160" tIns="137160" rIns="137160" bIns="137160" numCol="1" spcCol="1270" anchor="t" anchorCtr="0">
          <a:noAutofit/>
        </a:bodyPr>
        <a:lstStyle/>
        <a:p>
          <a:pPr marL="0" lvl="0" indent="0" algn="l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PT" sz="3600" kern="1200"/>
            <a:t>Pedir um número</a:t>
          </a:r>
          <a:endParaRPr lang="en-US" sz="3600" kern="1200"/>
        </a:p>
      </dsp:txBody>
      <dsp:txXfrm>
        <a:off x="0" y="0"/>
        <a:ext cx="3398174" cy="1819725"/>
      </dsp:txXfrm>
    </dsp:sp>
    <dsp:sp modelId="{D932077E-B5C7-43C8-A409-5C7BD74FAD72}">
      <dsp:nvSpPr>
        <dsp:cNvPr id="0" name=""/>
        <dsp:cNvSpPr/>
      </dsp:nvSpPr>
      <dsp:spPr>
        <a:xfrm>
          <a:off x="0" y="1819725"/>
          <a:ext cx="3398174" cy="0"/>
        </a:xfrm>
        <a:prstGeom prst="line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069E97F-457B-4FCC-A1F0-183A5F997CCA}">
      <dsp:nvSpPr>
        <dsp:cNvPr id="0" name=""/>
        <dsp:cNvSpPr/>
      </dsp:nvSpPr>
      <dsp:spPr>
        <a:xfrm>
          <a:off x="0" y="1819725"/>
          <a:ext cx="3398174" cy="181972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7160" tIns="137160" rIns="137160" bIns="137160" numCol="1" spcCol="1270" anchor="t" anchorCtr="0">
          <a:noAutofit/>
        </a:bodyPr>
        <a:lstStyle/>
        <a:p>
          <a:pPr marL="0" lvl="0" indent="0" algn="l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PT" sz="3600" kern="1200"/>
            <a:t>Calcular a sua tabuada de 1 a 10</a:t>
          </a:r>
          <a:endParaRPr lang="en-US" sz="3600" kern="1200"/>
        </a:p>
      </dsp:txBody>
      <dsp:txXfrm>
        <a:off x="0" y="1819725"/>
        <a:ext cx="3398174" cy="1819725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latinLnBrk="0">
              <a:defRPr lang="pt-PT" sz="1200"/>
            </a:lvl1pPr>
          </a:lstStyle>
          <a:p>
            <a:endParaRPr lang="pt-PT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latinLnBrk="0">
              <a:defRPr lang="pt-PT" sz="1200"/>
            </a:lvl1pPr>
          </a:lstStyle>
          <a:p>
            <a:fld id="{D83FDC75-7F73-4A4A-A77C-09AADF00E0EA}" type="datetimeFigureOut">
              <a:rPr lang="pt-PT" smtClean="0"/>
              <a:pPr/>
              <a:t>22/10/2026</a:t>
            </a:fld>
            <a:endParaRPr lang="pt-PT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latinLnBrk="0">
              <a:defRPr lang="pt-PT" sz="1200"/>
            </a:lvl1pPr>
          </a:lstStyle>
          <a:p>
            <a:endParaRPr lang="pt-PT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latinLnBrk="0">
              <a:defRPr lang="pt-PT" sz="1200"/>
            </a:lvl1pPr>
          </a:lstStyle>
          <a:p>
            <a:fld id="{459226BF-1F13-42D3-80DC-373E7ADD1EBC}" type="slidenum">
              <a:rPr lang="pt-PT" smtClean="0"/>
              <a:pPr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337428160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latinLnBrk="0">
              <a:defRPr lang="pt-PT" sz="1200"/>
            </a:lvl1pPr>
          </a:lstStyle>
          <a:p>
            <a:endParaRPr lang="pt-PT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latinLnBrk="0">
              <a:defRPr lang="pt-PT" sz="1200"/>
            </a:lvl1pPr>
          </a:lstStyle>
          <a:p>
            <a:fld id="{48AEF76B-3757-4A0B-AF93-28494465C1DD}" type="datetimeFigureOut">
              <a:pPr/>
              <a:t>22/10/2026</a:t>
            </a:fld>
            <a:endParaRPr lang="pt-PT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PT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PT"/>
              <a:t>Clique para editar estilos de texto do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latinLnBrk="0">
              <a:defRPr lang="pt-PT" sz="1200"/>
            </a:lvl1pPr>
          </a:lstStyle>
          <a:p>
            <a:endParaRPr lang="pt-P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latinLnBrk="0">
              <a:defRPr lang="pt-PT" sz="1200"/>
            </a:lvl1pPr>
          </a:lstStyle>
          <a:p>
            <a:fld id="{75693FD4-8F83-4EF7-AC3F-0DC0388986B0}" type="slidenum">
              <a:pPr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47414200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lang="pt-PT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lang="pt-PT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lang="pt-PT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lang="pt-PT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lang="pt-PT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lang="pt-PT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lang="pt-PT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lang="pt-PT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lang="pt-PT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o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PT"/>
              <a:t>Clique para editar o estilo de título do Modelo Global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PT"/>
              <a:t>Clique para editar o estilo de subtítulo do Modelo Global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B482E8-6E0E-1B4F-B1FD-C69DB9E858D9}" type="datetimeFigureOut">
              <a:rPr lang="en-US" smtClean="0"/>
              <a:pPr/>
              <a:t>10/22/2026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947664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Obje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/>
              <a:t>Clique para editar o estilo de título do Modelo Global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B482E8-6E0E-1B4F-B1FD-C69DB9E858D9}" type="datetimeFigureOut">
              <a:rPr lang="en-US" smtClean="0"/>
              <a:pPr/>
              <a:t>10/22/2026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513853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c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PT"/>
              <a:t>Clique para editar o estilo de título do Modelo Global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PT"/>
              <a:t>Clique para editar os estilos do texto de Modelo Global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B482E8-6E0E-1B4F-B1FD-C69DB9E858D9}" type="datetimeFigureOut">
              <a:rPr lang="en-US" smtClean="0"/>
              <a:pPr/>
              <a:t>10/22/2026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5075088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Conteúdo Dup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/>
              <a:t>Clique para editar o estilo de título do Modelo Global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B482E8-6E0E-1B4F-B1FD-C69DB9E858D9}" type="datetimeFigureOut">
              <a:rPr lang="en-US" smtClean="0"/>
              <a:pPr/>
              <a:t>10/22/2026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8845141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pt-PT"/>
              <a:t>Clique para editar o estilo de título do Modelo Global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PT"/>
              <a:t>Clique para editar os estilos do texto de Modelo Global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PT"/>
              <a:t>Clique para editar os estilos do texto de Modelo Global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B482E8-6E0E-1B4F-B1FD-C69DB9E858D9}" type="datetimeFigureOut">
              <a:rPr lang="en-US" smtClean="0"/>
              <a:pPr/>
              <a:t>10/22/2026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3794288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/>
              <a:t>Clique para editar o estilo de título do Modelo Global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B482E8-6E0E-1B4F-B1FD-C69DB9E858D9}" type="datetimeFigureOut">
              <a:rPr lang="en-US" smtClean="0"/>
              <a:pPr/>
              <a:t>10/22/2026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3194330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B482E8-6E0E-1B4F-B1FD-C69DB9E858D9}" type="datetimeFigureOut">
              <a:rPr lang="en-US" smtClean="0"/>
              <a:pPr/>
              <a:t>10/22/2026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6280794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PT"/>
              <a:t>Clique para editar o estilo de título do Modelo Global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PT"/>
              <a:t>Clique para editar os estilos do texto de Modelo Global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B482E8-6E0E-1B4F-B1FD-C69DB9E858D9}" type="datetimeFigureOut">
              <a:rPr lang="en-US" smtClean="0"/>
              <a:pPr/>
              <a:t>10/22/2026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4688227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PT"/>
              <a:t>Clique para editar o estilo de título do Modelo Global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PT"/>
              <a:t>Clique para editar os estilos do texto de Modelo Global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B482E8-6E0E-1B4F-B1FD-C69DB9E858D9}" type="datetimeFigureOut">
              <a:rPr lang="en-US" smtClean="0"/>
              <a:pPr/>
              <a:t>10/22/2026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8332258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/>
              <a:t>Clique para editar o estilo de título do Modelo Global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B482E8-6E0E-1B4F-B1FD-C69DB9E858D9}" type="datetimeFigureOut">
              <a:rPr lang="en-US" smtClean="0"/>
              <a:pPr/>
              <a:t>10/22/2026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2933741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e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pt-PT"/>
              <a:t>Clique para editar o estilo de título do Modelo Global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B482E8-6E0E-1B4F-B1FD-C69DB9E858D9}" type="datetimeFigureOut">
              <a:rPr lang="en-US" smtClean="0"/>
              <a:pPr/>
              <a:t>10/22/2026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9247651"/>
      </p:ext>
    </p:extLst>
  </p:cSld>
  <p:clrMapOvr>
    <a:masterClrMapping/>
  </p:clrMapOvr>
  <p:hf sldNum="0" hdr="0" ftr="0" dt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PT"/>
              <a:t>Clique para editar o estilo de título do Modelo Global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9B482E8-6E0E-1B4F-B1FD-C69DB9E858D9}" type="datetimeFigureOut">
              <a:rPr lang="en-US" smtClean="0"/>
              <a:pPr/>
              <a:t>10/22/2026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89660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066" r:id="rId1"/>
    <p:sldLayoutId id="2147484067" r:id="rId2"/>
    <p:sldLayoutId id="2147484068" r:id="rId3"/>
    <p:sldLayoutId id="2147484069" r:id="rId4"/>
    <p:sldLayoutId id="2147484070" r:id="rId5"/>
    <p:sldLayoutId id="2147484071" r:id="rId6"/>
    <p:sldLayoutId id="2147484072" r:id="rId7"/>
    <p:sldLayoutId id="2147484073" r:id="rId8"/>
    <p:sldLayoutId id="2147484074" r:id="rId9"/>
    <p:sldLayoutId id="2147484075" r:id="rId10"/>
    <p:sldLayoutId id="2147484076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en.wikipedia.org/wiki/Laurel_and_Hardy" TargetMode="External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es.serlo.org/matem%C3%A1ticas/170361/n%C3%BAmeros-primos" TargetMode="External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torange.biz/es/household-thermometer-36881" TargetMode="External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freestock.com/free-videos/10-second-countdown-2529101" TargetMode="External"/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9">
            <a:extLst>
              <a:ext uri="{FF2B5EF4-FFF2-40B4-BE49-F238E27FC236}">
                <a16:creationId xmlns:a16="http://schemas.microsoft.com/office/drawing/2014/main" id="{D5B339F4-93B9-4E04-9721-143AD6782EA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3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9" name="Group 11">
            <a:extLst>
              <a:ext uri="{FF2B5EF4-FFF2-40B4-BE49-F238E27FC236}">
                <a16:creationId xmlns:a16="http://schemas.microsoft.com/office/drawing/2014/main" id="{8734DDD3-F723-4DD3-8ABE-EC0B2AC87D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891743" y="0"/>
            <a:ext cx="5360514" cy="5777808"/>
            <a:chOff x="329184" y="1"/>
            <a:chExt cx="524256" cy="5777808"/>
          </a:xfrm>
        </p:grpSpPr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F7C8EA93-3210-4C62-99E9-153C275E3A8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329184" y="5777809"/>
              <a:ext cx="523824" cy="0"/>
            </a:xfrm>
            <a:prstGeom prst="line">
              <a:avLst/>
            </a:prstGeom>
            <a:ln w="152400">
              <a:solidFill>
                <a:schemeClr val="accent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5EB7D2A2-F448-44D4-938C-DC84CBCB3B1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29184" y="1"/>
              <a:ext cx="524256" cy="5532119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16" name="Rectangle 15">
            <a:extLst>
              <a:ext uri="{FF2B5EF4-FFF2-40B4-BE49-F238E27FC236}">
                <a16:creationId xmlns:a16="http://schemas.microsoft.com/office/drawing/2014/main" id="{871AEA07-1E14-44B4-8E55-64EF049CD6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7348" y="551961"/>
            <a:ext cx="8249304" cy="5325139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6960DBC9-9DAA-D7A1-8BD6-BCCBBF87214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231961"/>
            <a:ext cx="6858000" cy="2387600"/>
          </a:xfrm>
        </p:spPr>
        <p:txBody>
          <a:bodyPr>
            <a:normAutofit/>
          </a:bodyPr>
          <a:lstStyle/>
          <a:p>
            <a:r>
              <a:rPr lang="pt-PT">
                <a:cs typeface="Calibri Light"/>
              </a:rPr>
              <a:t>EXERCÍCIOS </a:t>
            </a:r>
            <a:endParaRPr lang="pt-PT">
              <a:ea typeface="Calibri Light"/>
              <a:cs typeface="Calibri Light"/>
            </a:endParaRPr>
          </a:p>
        </p:txBody>
      </p:sp>
      <p:sp>
        <p:nvSpPr>
          <p:cNvPr id="5" name="Subtítulo 4">
            <a:extLst>
              <a:ext uri="{FF2B5EF4-FFF2-40B4-BE49-F238E27FC236}">
                <a16:creationId xmlns:a16="http://schemas.microsoft.com/office/drawing/2014/main" id="{0F2C29CB-54EE-91A4-FE25-214BC898528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803712"/>
            <a:ext cx="6858000" cy="1563686"/>
          </a:xfrm>
        </p:spPr>
        <p:txBody>
          <a:bodyPr>
            <a:normAutofit/>
          </a:bodyPr>
          <a:lstStyle/>
          <a:p>
            <a:r>
              <a:rPr lang="pt-PT" dirty="0"/>
              <a:t>Curso Profissional de Técnico de Desenvolvimento de Software</a:t>
            </a:r>
            <a:endParaRPr lang="pt-PT"/>
          </a:p>
        </p:txBody>
      </p:sp>
      <p:pic>
        <p:nvPicPr>
          <p:cNvPr id="15" name="Imagem 14">
            <a:extLst>
              <a:ext uri="{FF2B5EF4-FFF2-40B4-BE49-F238E27FC236}">
                <a16:creationId xmlns:a16="http://schemas.microsoft.com/office/drawing/2014/main" id="{131DED90-D3C6-A5F8-F8C8-E81DFA37E939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71586" y="6122789"/>
            <a:ext cx="3196409" cy="5299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8710018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94280" name="Rectangle 394279">
            <a:extLst>
              <a:ext uri="{FF2B5EF4-FFF2-40B4-BE49-F238E27FC236}">
                <a16:creationId xmlns:a16="http://schemas.microsoft.com/office/drawing/2014/main" id="{117AB3D3-3C9C-4DED-809A-78734805B89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3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5AED47CA-B3B8-DEEA-A8A0-6EAF764F3E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5246" y="386930"/>
            <a:ext cx="7549592" cy="1298448"/>
          </a:xfrm>
        </p:spPr>
        <p:txBody>
          <a:bodyPr anchor="b">
            <a:normAutofit/>
          </a:bodyPr>
          <a:lstStyle/>
          <a:p>
            <a:r>
              <a:rPr lang="pt-PT" sz="4200"/>
              <a:t>Tabuada?!?</a:t>
            </a:r>
          </a:p>
        </p:txBody>
      </p:sp>
      <p:sp>
        <p:nvSpPr>
          <p:cNvPr id="394282" name="Rectangle 394281">
            <a:extLst>
              <a:ext uri="{FF2B5EF4-FFF2-40B4-BE49-F238E27FC236}">
                <a16:creationId xmlns:a16="http://schemas.microsoft.com/office/drawing/2014/main" id="{3A9A4357-BD1D-4622-A4FE-766E6AB8DE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 flipV="1">
            <a:off x="-1" y="1998845"/>
            <a:ext cx="8590945" cy="781699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4284" name="Rectangle 394283">
            <a:extLst>
              <a:ext uri="{FF2B5EF4-FFF2-40B4-BE49-F238E27FC236}">
                <a16:creationId xmlns:a16="http://schemas.microsoft.com/office/drawing/2014/main" id="{E659831F-0D9A-4C63-9EBB-8435B85A44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203079"/>
            <a:ext cx="8537521" cy="4267991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Imagem 2" descr="Tabuada de multiplicação: regras, como decorar - Brasil Escola">
            <a:extLst>
              <a:ext uri="{FF2B5EF4-FFF2-40B4-BE49-F238E27FC236}">
                <a16:creationId xmlns:a16="http://schemas.microsoft.com/office/drawing/2014/main" id="{74717954-EA16-864F-8A60-E0424B6A97E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5984" r="14597"/>
          <a:stretch>
            <a:fillRect/>
          </a:stretch>
        </p:blipFill>
        <p:spPr>
          <a:xfrm>
            <a:off x="4433649" y="2484255"/>
            <a:ext cx="3862707" cy="3714244"/>
          </a:xfrm>
          <a:prstGeom prst="rect">
            <a:avLst/>
          </a:prstGeom>
        </p:spPr>
      </p:pic>
      <p:sp>
        <p:nvSpPr>
          <p:cNvPr id="394286" name="Rectangle 394285">
            <a:extLst>
              <a:ext uri="{FF2B5EF4-FFF2-40B4-BE49-F238E27FC236}">
                <a16:creationId xmlns:a16="http://schemas.microsoft.com/office/drawing/2014/main" id="{E6995CE5-F890-4ABA-82A2-26507CE8D2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8323318" y="2332075"/>
            <a:ext cx="781700" cy="114287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4242" name="Rectangle 2"/>
          <p:cNvSpPr>
            <a:spLocks noChangeArrowheads="1"/>
          </p:cNvSpPr>
          <p:nvPr/>
        </p:nvSpPr>
        <p:spPr bwMode="auto">
          <a:xfrm>
            <a:off x="762000" y="762000"/>
            <a:ext cx="7924800" cy="704850"/>
          </a:xfrm>
          <a:prstGeom prst="roundRect">
            <a:avLst>
              <a:gd name="adj" fmla="val 21667"/>
            </a:avLst>
          </a:prstGeom>
          <a:noFill/>
          <a:ln>
            <a:noFill/>
          </a:ln>
          <a:effectLst/>
        </p:spPr>
        <p:txBody>
          <a:bodyPr anchor="ctr" anchorCtr="1"/>
          <a:lstStyle>
            <a:lvl1pPr algn="l">
              <a:lnSpc>
                <a:spcPct val="90000"/>
              </a:lnSpc>
              <a:spcBef>
                <a:spcPct val="0"/>
              </a:spcBef>
              <a:defRPr sz="3600" b="1">
                <a:solidFill>
                  <a:schemeClr val="tx2"/>
                </a:solidFill>
                <a:latin typeface="Arial" charset="0"/>
              </a:defRPr>
            </a:lvl1pPr>
            <a:lvl2pPr algn="l">
              <a:lnSpc>
                <a:spcPct val="90000"/>
              </a:lnSpc>
              <a:spcBef>
                <a:spcPct val="0"/>
              </a:spcBef>
              <a:defRPr sz="3600" b="1">
                <a:solidFill>
                  <a:schemeClr val="tx2"/>
                </a:solidFill>
                <a:latin typeface="Arial" charset="0"/>
              </a:defRPr>
            </a:lvl2pPr>
            <a:lvl3pPr algn="l">
              <a:lnSpc>
                <a:spcPct val="90000"/>
              </a:lnSpc>
              <a:spcBef>
                <a:spcPct val="0"/>
              </a:spcBef>
              <a:defRPr sz="3600" b="1">
                <a:solidFill>
                  <a:schemeClr val="tx2"/>
                </a:solidFill>
                <a:latin typeface="Arial" charset="0"/>
              </a:defRPr>
            </a:lvl3pPr>
            <a:lvl4pPr algn="l">
              <a:lnSpc>
                <a:spcPct val="90000"/>
              </a:lnSpc>
              <a:spcBef>
                <a:spcPct val="0"/>
              </a:spcBef>
              <a:defRPr sz="3600" b="1">
                <a:solidFill>
                  <a:schemeClr val="tx2"/>
                </a:solidFill>
                <a:latin typeface="Arial" charset="0"/>
              </a:defRPr>
            </a:lvl4pPr>
            <a:lvl5pPr algn="l">
              <a:lnSpc>
                <a:spcPct val="90000"/>
              </a:lnSpc>
              <a:spcBef>
                <a:spcPct val="0"/>
              </a:spcBef>
              <a:defRPr sz="3600" b="1">
                <a:solidFill>
                  <a:schemeClr val="tx2"/>
                </a:solidFill>
                <a:latin typeface="Arial" charset="0"/>
              </a:defRPr>
            </a:lvl5pPr>
            <a:lvl6pPr marL="45720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charset="0"/>
              </a:defRPr>
            </a:lvl6pPr>
            <a:lvl7pPr marL="91440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charset="0"/>
              </a:defRPr>
            </a:lvl7pPr>
            <a:lvl8pPr marL="137160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charset="0"/>
              </a:defRPr>
            </a:lvl8pPr>
            <a:lvl9pPr marL="182880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charset="0"/>
              </a:defRPr>
            </a:lvl9pPr>
          </a:lstStyle>
          <a:p>
            <a:pPr>
              <a:buClrTx/>
              <a:buSzTx/>
              <a:buFontTx/>
              <a:buNone/>
              <a:defRPr/>
            </a:pPr>
            <a:endParaRPr lang="pt-PT" altLang="pt-PT" sz="3200"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  <p:graphicFrame>
        <p:nvGraphicFramePr>
          <p:cNvPr id="394259" name="Rectangle 3">
            <a:extLst>
              <a:ext uri="{FF2B5EF4-FFF2-40B4-BE49-F238E27FC236}">
                <a16:creationId xmlns:a16="http://schemas.microsoft.com/office/drawing/2014/main" id="{D2A2099E-7E2A-2D71-0C41-D087F9AD051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39724112"/>
              </p:ext>
            </p:extLst>
          </p:nvPr>
        </p:nvGraphicFramePr>
        <p:xfrm>
          <a:off x="595245" y="2599509"/>
          <a:ext cx="3398174" cy="363945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309807310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94292" name="Rectangle 394291">
            <a:extLst>
              <a:ext uri="{FF2B5EF4-FFF2-40B4-BE49-F238E27FC236}">
                <a16:creationId xmlns:a16="http://schemas.microsoft.com/office/drawing/2014/main" id="{117AB3D3-3C9C-4DED-809A-78734805B89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3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5AED47CA-B3B8-DEEA-A8A0-6EAF764F3E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5246" y="386930"/>
            <a:ext cx="7549592" cy="1298448"/>
          </a:xfrm>
        </p:spPr>
        <p:txBody>
          <a:bodyPr anchor="b">
            <a:normAutofit/>
          </a:bodyPr>
          <a:lstStyle/>
          <a:p>
            <a:r>
              <a:rPr lang="pt-PT" sz="4200"/>
              <a:t>Complicação multiplicada</a:t>
            </a:r>
          </a:p>
        </p:txBody>
      </p:sp>
      <p:sp>
        <p:nvSpPr>
          <p:cNvPr id="394294" name="Rectangle 394293">
            <a:extLst>
              <a:ext uri="{FF2B5EF4-FFF2-40B4-BE49-F238E27FC236}">
                <a16:creationId xmlns:a16="http://schemas.microsoft.com/office/drawing/2014/main" id="{3A9A4357-BD1D-4622-A4FE-766E6AB8DE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 flipV="1">
            <a:off x="-1" y="1998845"/>
            <a:ext cx="8590945" cy="781699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4296" name="Rectangle 394295">
            <a:extLst>
              <a:ext uri="{FF2B5EF4-FFF2-40B4-BE49-F238E27FC236}">
                <a16:creationId xmlns:a16="http://schemas.microsoft.com/office/drawing/2014/main" id="{E659831F-0D9A-4C63-9EBB-8435B85A44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203079"/>
            <a:ext cx="8537521" cy="4267991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0594" name="Rectangle 3"/>
          <p:cNvSpPr>
            <a:spLocks noGrp="1" noChangeArrowheads="1"/>
          </p:cNvSpPr>
          <p:nvPr>
            <p:ph idx="1"/>
          </p:nvPr>
        </p:nvSpPr>
        <p:spPr>
          <a:xfrm>
            <a:off x="595245" y="2599509"/>
            <a:ext cx="3398174" cy="3639450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lvl="1">
              <a:buClr>
                <a:srgbClr val="3891A7"/>
              </a:buClr>
              <a:buFont typeface="Courier New" charset="2"/>
              <a:buChar char="o"/>
            </a:pPr>
            <a:r>
              <a:rPr lang="pt-PT" altLang="pt-PT" sz="1700"/>
              <a:t>Pedir um número</a:t>
            </a:r>
            <a:endParaRPr lang="pt-PT" sz="1700"/>
          </a:p>
          <a:p>
            <a:pPr lvl="1">
              <a:buClr>
                <a:srgbClr val="3891A7"/>
              </a:buClr>
              <a:buFont typeface="Courier New" charset="2"/>
              <a:buChar char="o"/>
            </a:pPr>
            <a:r>
              <a:rPr lang="pt-PT" altLang="pt-PT" sz="1700"/>
              <a:t>Informar se ele é múltiplo de 3, de 5 ou de ambos.</a:t>
            </a:r>
            <a:endParaRPr lang="pt-PT" sz="1700"/>
          </a:p>
          <a:p>
            <a:pPr lvl="1">
              <a:buClr>
                <a:srgbClr val="3891A7"/>
              </a:buClr>
              <a:buFont typeface="Courier New" charset="2"/>
              <a:buChar char="o"/>
            </a:pPr>
            <a:r>
              <a:rPr lang="pt-PT" altLang="pt-PT" sz="1700"/>
              <a:t>Continuar até que o utilizador escreva o número zero.</a:t>
            </a:r>
            <a:endParaRPr lang="pt-PT" sz="1700">
              <a:ea typeface="Calibri"/>
              <a:cs typeface="Calibri"/>
            </a:endParaRPr>
          </a:p>
        </p:txBody>
      </p:sp>
      <p:pic>
        <p:nvPicPr>
          <p:cNvPr id="4" name="Imagem 3" descr="Você lembra o que são múltiplos e divisores ?">
            <a:extLst>
              <a:ext uri="{FF2B5EF4-FFF2-40B4-BE49-F238E27FC236}">
                <a16:creationId xmlns:a16="http://schemas.microsoft.com/office/drawing/2014/main" id="{B337BB04-8D0C-B40D-C418-F3365E39D1E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2" b="3846"/>
          <a:stretch>
            <a:fillRect/>
          </a:stretch>
        </p:blipFill>
        <p:spPr>
          <a:xfrm>
            <a:off x="4433649" y="2484255"/>
            <a:ext cx="3862707" cy="3714244"/>
          </a:xfrm>
          <a:prstGeom prst="rect">
            <a:avLst/>
          </a:prstGeom>
        </p:spPr>
      </p:pic>
      <p:sp>
        <p:nvSpPr>
          <p:cNvPr id="394298" name="Rectangle 394297">
            <a:extLst>
              <a:ext uri="{FF2B5EF4-FFF2-40B4-BE49-F238E27FC236}">
                <a16:creationId xmlns:a16="http://schemas.microsoft.com/office/drawing/2014/main" id="{E6995CE5-F890-4ABA-82A2-26507CE8D2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8323318" y="2332075"/>
            <a:ext cx="781700" cy="114287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080550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94260" name="Rectangle 394259">
            <a:extLst>
              <a:ext uri="{FF2B5EF4-FFF2-40B4-BE49-F238E27FC236}">
                <a16:creationId xmlns:a16="http://schemas.microsoft.com/office/drawing/2014/main" id="{117AB3D3-3C9C-4DED-809A-78734805B89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3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5AED47CA-B3B8-DEEA-A8A0-6EAF764F3E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5246" y="386930"/>
            <a:ext cx="7549592" cy="1298448"/>
          </a:xfrm>
        </p:spPr>
        <p:txBody>
          <a:bodyPr anchor="b">
            <a:normAutofit/>
          </a:bodyPr>
          <a:lstStyle/>
          <a:p>
            <a:r>
              <a:rPr lang="pt-PT" sz="4200"/>
              <a:t>Bucha e Estica</a:t>
            </a:r>
          </a:p>
        </p:txBody>
      </p:sp>
      <p:sp>
        <p:nvSpPr>
          <p:cNvPr id="394262" name="Rectangle 394261">
            <a:extLst>
              <a:ext uri="{FF2B5EF4-FFF2-40B4-BE49-F238E27FC236}">
                <a16:creationId xmlns:a16="http://schemas.microsoft.com/office/drawing/2014/main" id="{3A9A4357-BD1D-4622-A4FE-766E6AB8DE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 flipV="1">
            <a:off x="-1" y="1998845"/>
            <a:ext cx="8590945" cy="781699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4264" name="Rectangle 394263">
            <a:extLst>
              <a:ext uri="{FF2B5EF4-FFF2-40B4-BE49-F238E27FC236}">
                <a16:creationId xmlns:a16="http://schemas.microsoft.com/office/drawing/2014/main" id="{E659831F-0D9A-4C63-9EBB-8435B85A44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203079"/>
            <a:ext cx="8537521" cy="4267991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0594" name="Rectangle 3"/>
          <p:cNvSpPr>
            <a:spLocks noGrp="1" noChangeArrowheads="1"/>
          </p:cNvSpPr>
          <p:nvPr>
            <p:ph idx="1"/>
          </p:nvPr>
        </p:nvSpPr>
        <p:spPr>
          <a:xfrm>
            <a:off x="595245" y="2599509"/>
            <a:ext cx="3398174" cy="3639450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buClr>
                <a:srgbClr val="3891A7"/>
              </a:buClr>
            </a:pPr>
            <a:r>
              <a:rPr lang="pt-PT" altLang="pt-PT" sz="1700"/>
              <a:t>Pedir uma lista de números</a:t>
            </a:r>
            <a:endParaRPr lang="pt-PT" sz="1700"/>
          </a:p>
          <a:p>
            <a:pPr>
              <a:buClr>
                <a:srgbClr val="3891A7"/>
              </a:buClr>
            </a:pPr>
            <a:r>
              <a:rPr lang="pt-PT" altLang="pt-PT" sz="1700"/>
              <a:t>Encontrar o maior e o menor número na lista.</a:t>
            </a:r>
            <a:endParaRPr lang="pt-PT" sz="1700"/>
          </a:p>
          <a:p>
            <a:pPr lvl="0" eaLnBrk="1" hangingPunct="1">
              <a:buClr>
                <a:srgbClr val="3891A7"/>
              </a:buClr>
            </a:pPr>
            <a:r>
              <a:rPr lang="pt-PT" altLang="pt-PT" sz="1700"/>
              <a:t>Parar quando se digitar zero.</a:t>
            </a:r>
          </a:p>
          <a:p>
            <a:pPr>
              <a:buClr>
                <a:srgbClr val="3891A7"/>
              </a:buClr>
            </a:pPr>
            <a:endParaRPr lang="pt-PT" altLang="pt-PT" sz="1700" dirty="0">
              <a:ea typeface="Calibri"/>
              <a:cs typeface="Calibri"/>
            </a:endParaRPr>
          </a:p>
          <a:p>
            <a:pPr>
              <a:buClr>
                <a:srgbClr val="3891A7"/>
              </a:buClr>
            </a:pPr>
            <a:r>
              <a:rPr lang="pt-PT" altLang="pt-PT" sz="1700">
                <a:ea typeface="Calibri"/>
                <a:cs typeface="Calibri"/>
              </a:rPr>
              <a:t>(Range inteiro: </a:t>
            </a:r>
            <a:r>
              <a:rPr lang="pt-PT" sz="1100">
                <a:latin typeface="monospace"/>
                <a:ea typeface="Calibri"/>
                <a:cs typeface="Calibri"/>
              </a:rPr>
              <a:t>-2147483648</a:t>
            </a:r>
            <a:r>
              <a:rPr lang="pt-PT" sz="1700">
                <a:ea typeface="+mn-lt"/>
                <a:cs typeface="+mn-lt"/>
              </a:rPr>
              <a:t> to </a:t>
            </a:r>
            <a:r>
              <a:rPr lang="pt-PT" sz="1100">
                <a:latin typeface="monospace"/>
                <a:ea typeface="Calibri"/>
                <a:cs typeface="Calibri"/>
              </a:rPr>
              <a:t>2147483647)</a:t>
            </a:r>
            <a:endParaRPr lang="pt-PT" altLang="pt-PT" sz="1700" dirty="0">
              <a:ea typeface="Calibri"/>
              <a:cs typeface="Calibri"/>
            </a:endParaRPr>
          </a:p>
        </p:txBody>
      </p:sp>
      <p:pic>
        <p:nvPicPr>
          <p:cNvPr id="394255" name="Picture 394243">
            <a:extLst>
              <a:ext uri="{FF2B5EF4-FFF2-40B4-BE49-F238E27FC236}">
                <a16:creationId xmlns:a16="http://schemas.microsoft.com/office/drawing/2014/main" id="{02E79502-4FA3-611B-FE20-51A606E7B3C7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rcRect r="1" b="2515"/>
          <a:stretch>
            <a:fillRect/>
          </a:stretch>
        </p:blipFill>
        <p:spPr>
          <a:xfrm>
            <a:off x="4433649" y="2484255"/>
            <a:ext cx="3862707" cy="3714244"/>
          </a:xfrm>
          <a:prstGeom prst="rect">
            <a:avLst/>
          </a:prstGeom>
        </p:spPr>
      </p:pic>
      <p:sp>
        <p:nvSpPr>
          <p:cNvPr id="394266" name="Rectangle 394265">
            <a:extLst>
              <a:ext uri="{FF2B5EF4-FFF2-40B4-BE49-F238E27FC236}">
                <a16:creationId xmlns:a16="http://schemas.microsoft.com/office/drawing/2014/main" id="{E6995CE5-F890-4ABA-82A2-26507CE8D2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8323318" y="2332075"/>
            <a:ext cx="781700" cy="114287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4242" name="Rectangle 2"/>
          <p:cNvSpPr>
            <a:spLocks noChangeArrowheads="1"/>
          </p:cNvSpPr>
          <p:nvPr/>
        </p:nvSpPr>
        <p:spPr bwMode="auto">
          <a:xfrm>
            <a:off x="762000" y="762000"/>
            <a:ext cx="7924800" cy="704850"/>
          </a:xfrm>
          <a:prstGeom prst="roundRect">
            <a:avLst>
              <a:gd name="adj" fmla="val 21667"/>
            </a:avLst>
          </a:prstGeom>
          <a:noFill/>
          <a:ln>
            <a:noFill/>
          </a:ln>
          <a:effectLst/>
        </p:spPr>
        <p:txBody>
          <a:bodyPr anchor="ctr" anchorCtr="1"/>
          <a:lstStyle>
            <a:lvl1pPr algn="l">
              <a:lnSpc>
                <a:spcPct val="90000"/>
              </a:lnSpc>
              <a:spcBef>
                <a:spcPct val="0"/>
              </a:spcBef>
              <a:defRPr sz="3600" b="1">
                <a:solidFill>
                  <a:schemeClr val="tx2"/>
                </a:solidFill>
                <a:latin typeface="Arial" charset="0"/>
              </a:defRPr>
            </a:lvl1pPr>
            <a:lvl2pPr algn="l">
              <a:lnSpc>
                <a:spcPct val="90000"/>
              </a:lnSpc>
              <a:spcBef>
                <a:spcPct val="0"/>
              </a:spcBef>
              <a:defRPr sz="3600" b="1">
                <a:solidFill>
                  <a:schemeClr val="tx2"/>
                </a:solidFill>
                <a:latin typeface="Arial" charset="0"/>
              </a:defRPr>
            </a:lvl2pPr>
            <a:lvl3pPr algn="l">
              <a:lnSpc>
                <a:spcPct val="90000"/>
              </a:lnSpc>
              <a:spcBef>
                <a:spcPct val="0"/>
              </a:spcBef>
              <a:defRPr sz="3600" b="1">
                <a:solidFill>
                  <a:schemeClr val="tx2"/>
                </a:solidFill>
                <a:latin typeface="Arial" charset="0"/>
              </a:defRPr>
            </a:lvl3pPr>
            <a:lvl4pPr algn="l">
              <a:lnSpc>
                <a:spcPct val="90000"/>
              </a:lnSpc>
              <a:spcBef>
                <a:spcPct val="0"/>
              </a:spcBef>
              <a:defRPr sz="3600" b="1">
                <a:solidFill>
                  <a:schemeClr val="tx2"/>
                </a:solidFill>
                <a:latin typeface="Arial" charset="0"/>
              </a:defRPr>
            </a:lvl4pPr>
            <a:lvl5pPr algn="l">
              <a:lnSpc>
                <a:spcPct val="90000"/>
              </a:lnSpc>
              <a:spcBef>
                <a:spcPct val="0"/>
              </a:spcBef>
              <a:defRPr sz="3600" b="1">
                <a:solidFill>
                  <a:schemeClr val="tx2"/>
                </a:solidFill>
                <a:latin typeface="Arial" charset="0"/>
              </a:defRPr>
            </a:lvl5pPr>
            <a:lvl6pPr marL="45720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charset="0"/>
              </a:defRPr>
            </a:lvl6pPr>
            <a:lvl7pPr marL="91440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charset="0"/>
              </a:defRPr>
            </a:lvl7pPr>
            <a:lvl8pPr marL="137160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charset="0"/>
              </a:defRPr>
            </a:lvl8pPr>
            <a:lvl9pPr marL="182880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charset="0"/>
              </a:defRPr>
            </a:lvl9pPr>
          </a:lstStyle>
          <a:p>
            <a:pPr>
              <a:buClrTx/>
              <a:buSzTx/>
              <a:buFontTx/>
              <a:buNone/>
              <a:defRPr/>
            </a:pPr>
            <a:endParaRPr lang="pt-PT" altLang="pt-PT" sz="3200"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279660334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94260" name="Rectangle 394259">
            <a:extLst>
              <a:ext uri="{FF2B5EF4-FFF2-40B4-BE49-F238E27FC236}">
                <a16:creationId xmlns:a16="http://schemas.microsoft.com/office/drawing/2014/main" id="{117AB3D3-3C9C-4DED-809A-78734805B89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3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5AED47CA-B3B8-DEEA-A8A0-6EAF764F3E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5246" y="386930"/>
            <a:ext cx="7549592" cy="1298448"/>
          </a:xfrm>
        </p:spPr>
        <p:txBody>
          <a:bodyPr anchor="b">
            <a:normAutofit/>
          </a:bodyPr>
          <a:lstStyle/>
          <a:p>
            <a:r>
              <a:rPr lang="pt-PT" sz="4200"/>
              <a:t>Primo por programar bem</a:t>
            </a:r>
          </a:p>
        </p:txBody>
      </p:sp>
      <p:sp>
        <p:nvSpPr>
          <p:cNvPr id="394262" name="Rectangle 394261">
            <a:extLst>
              <a:ext uri="{FF2B5EF4-FFF2-40B4-BE49-F238E27FC236}">
                <a16:creationId xmlns:a16="http://schemas.microsoft.com/office/drawing/2014/main" id="{3A9A4357-BD1D-4622-A4FE-766E6AB8DE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 flipV="1">
            <a:off x="-1" y="1998845"/>
            <a:ext cx="8590945" cy="781699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4264" name="Rectangle 394263">
            <a:extLst>
              <a:ext uri="{FF2B5EF4-FFF2-40B4-BE49-F238E27FC236}">
                <a16:creationId xmlns:a16="http://schemas.microsoft.com/office/drawing/2014/main" id="{E659831F-0D9A-4C63-9EBB-8435B85A44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203079"/>
            <a:ext cx="8537521" cy="4267991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0594" name="Rectangle 3"/>
          <p:cNvSpPr>
            <a:spLocks noGrp="1" noChangeArrowheads="1"/>
          </p:cNvSpPr>
          <p:nvPr>
            <p:ph idx="1"/>
          </p:nvPr>
        </p:nvSpPr>
        <p:spPr>
          <a:xfrm>
            <a:off x="595245" y="2599509"/>
            <a:ext cx="3398174" cy="3639450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buClr>
                <a:srgbClr val="3891A7"/>
              </a:buClr>
            </a:pPr>
            <a:r>
              <a:rPr lang="pt-PT" altLang="pt-PT" sz="1700"/>
              <a:t>Pedir um número.</a:t>
            </a:r>
            <a:endParaRPr lang="pt-PT" sz="1700"/>
          </a:p>
          <a:p>
            <a:pPr>
              <a:buClr>
                <a:srgbClr val="3891A7"/>
              </a:buClr>
            </a:pPr>
            <a:r>
              <a:rPr lang="pt-PT" altLang="pt-PT" sz="1700"/>
              <a:t>Indicar se ele é primo.</a:t>
            </a:r>
            <a:endParaRPr lang="pt-PT" sz="1700"/>
          </a:p>
        </p:txBody>
      </p:sp>
      <p:pic>
        <p:nvPicPr>
          <p:cNvPr id="394255" name="Picture 394243">
            <a:extLst>
              <a:ext uri="{FF2B5EF4-FFF2-40B4-BE49-F238E27FC236}">
                <a16:creationId xmlns:a16="http://schemas.microsoft.com/office/drawing/2014/main" id="{02E79502-4FA3-611B-FE20-51A606E7B3C7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rcRect t="35526" r="1" b="32550"/>
          <a:stretch>
            <a:fillRect/>
          </a:stretch>
        </p:blipFill>
        <p:spPr>
          <a:xfrm>
            <a:off x="4433649" y="2484255"/>
            <a:ext cx="3862707" cy="3714244"/>
          </a:xfrm>
          <a:prstGeom prst="rect">
            <a:avLst/>
          </a:prstGeom>
        </p:spPr>
      </p:pic>
      <p:sp>
        <p:nvSpPr>
          <p:cNvPr id="394266" name="Rectangle 394265">
            <a:extLst>
              <a:ext uri="{FF2B5EF4-FFF2-40B4-BE49-F238E27FC236}">
                <a16:creationId xmlns:a16="http://schemas.microsoft.com/office/drawing/2014/main" id="{E6995CE5-F890-4ABA-82A2-26507CE8D2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8323318" y="2332075"/>
            <a:ext cx="781700" cy="114287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4242" name="Rectangle 2"/>
          <p:cNvSpPr>
            <a:spLocks noChangeArrowheads="1"/>
          </p:cNvSpPr>
          <p:nvPr/>
        </p:nvSpPr>
        <p:spPr bwMode="auto">
          <a:xfrm>
            <a:off x="762000" y="762000"/>
            <a:ext cx="7924800" cy="704850"/>
          </a:xfrm>
          <a:prstGeom prst="roundRect">
            <a:avLst>
              <a:gd name="adj" fmla="val 21667"/>
            </a:avLst>
          </a:prstGeom>
          <a:noFill/>
          <a:ln>
            <a:noFill/>
          </a:ln>
          <a:effectLst/>
        </p:spPr>
        <p:txBody>
          <a:bodyPr anchor="ctr" anchorCtr="1"/>
          <a:lstStyle>
            <a:lvl1pPr algn="l">
              <a:lnSpc>
                <a:spcPct val="90000"/>
              </a:lnSpc>
              <a:spcBef>
                <a:spcPct val="0"/>
              </a:spcBef>
              <a:defRPr sz="3600" b="1">
                <a:solidFill>
                  <a:schemeClr val="tx2"/>
                </a:solidFill>
                <a:latin typeface="Arial" charset="0"/>
              </a:defRPr>
            </a:lvl1pPr>
            <a:lvl2pPr algn="l">
              <a:lnSpc>
                <a:spcPct val="90000"/>
              </a:lnSpc>
              <a:spcBef>
                <a:spcPct val="0"/>
              </a:spcBef>
              <a:defRPr sz="3600" b="1">
                <a:solidFill>
                  <a:schemeClr val="tx2"/>
                </a:solidFill>
                <a:latin typeface="Arial" charset="0"/>
              </a:defRPr>
            </a:lvl2pPr>
            <a:lvl3pPr algn="l">
              <a:lnSpc>
                <a:spcPct val="90000"/>
              </a:lnSpc>
              <a:spcBef>
                <a:spcPct val="0"/>
              </a:spcBef>
              <a:defRPr sz="3600" b="1">
                <a:solidFill>
                  <a:schemeClr val="tx2"/>
                </a:solidFill>
                <a:latin typeface="Arial" charset="0"/>
              </a:defRPr>
            </a:lvl3pPr>
            <a:lvl4pPr algn="l">
              <a:lnSpc>
                <a:spcPct val="90000"/>
              </a:lnSpc>
              <a:spcBef>
                <a:spcPct val="0"/>
              </a:spcBef>
              <a:defRPr sz="3600" b="1">
                <a:solidFill>
                  <a:schemeClr val="tx2"/>
                </a:solidFill>
                <a:latin typeface="Arial" charset="0"/>
              </a:defRPr>
            </a:lvl4pPr>
            <a:lvl5pPr algn="l">
              <a:lnSpc>
                <a:spcPct val="90000"/>
              </a:lnSpc>
              <a:spcBef>
                <a:spcPct val="0"/>
              </a:spcBef>
              <a:defRPr sz="3600" b="1">
                <a:solidFill>
                  <a:schemeClr val="tx2"/>
                </a:solidFill>
                <a:latin typeface="Arial" charset="0"/>
              </a:defRPr>
            </a:lvl5pPr>
            <a:lvl6pPr marL="45720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charset="0"/>
              </a:defRPr>
            </a:lvl6pPr>
            <a:lvl7pPr marL="91440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charset="0"/>
              </a:defRPr>
            </a:lvl7pPr>
            <a:lvl8pPr marL="137160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charset="0"/>
              </a:defRPr>
            </a:lvl8pPr>
            <a:lvl9pPr marL="182880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charset="0"/>
              </a:defRPr>
            </a:lvl9pPr>
          </a:lstStyle>
          <a:p>
            <a:pPr>
              <a:buClrTx/>
              <a:buSzTx/>
              <a:buFontTx/>
              <a:buNone/>
              <a:defRPr/>
            </a:pPr>
            <a:endParaRPr lang="pt-PT" altLang="pt-PT" sz="3200"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254423945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94260" name="Rectangle 394259">
            <a:extLst>
              <a:ext uri="{FF2B5EF4-FFF2-40B4-BE49-F238E27FC236}">
                <a16:creationId xmlns:a16="http://schemas.microsoft.com/office/drawing/2014/main" id="{117AB3D3-3C9C-4DED-809A-78734805B89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3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5AED47CA-B3B8-DEEA-A8A0-6EAF764F3E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5246" y="386930"/>
            <a:ext cx="7549592" cy="1298448"/>
          </a:xfrm>
        </p:spPr>
        <p:txBody>
          <a:bodyPr anchor="b">
            <a:normAutofit/>
          </a:bodyPr>
          <a:lstStyle/>
          <a:p>
            <a:r>
              <a:rPr lang="pt-PT" sz="4200"/>
              <a:t>Tradutor de Temperaturas</a:t>
            </a:r>
          </a:p>
        </p:txBody>
      </p:sp>
      <p:sp>
        <p:nvSpPr>
          <p:cNvPr id="394262" name="Rectangle 394261">
            <a:extLst>
              <a:ext uri="{FF2B5EF4-FFF2-40B4-BE49-F238E27FC236}">
                <a16:creationId xmlns:a16="http://schemas.microsoft.com/office/drawing/2014/main" id="{3A9A4357-BD1D-4622-A4FE-766E6AB8DE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 flipV="1">
            <a:off x="-1" y="1998845"/>
            <a:ext cx="8590945" cy="781699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4264" name="Rectangle 394263">
            <a:extLst>
              <a:ext uri="{FF2B5EF4-FFF2-40B4-BE49-F238E27FC236}">
                <a16:creationId xmlns:a16="http://schemas.microsoft.com/office/drawing/2014/main" id="{E659831F-0D9A-4C63-9EBB-8435B85A44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203079"/>
            <a:ext cx="8537521" cy="4267991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0594" name="Rectangle 3"/>
          <p:cNvSpPr>
            <a:spLocks noGrp="1" noChangeArrowheads="1"/>
          </p:cNvSpPr>
          <p:nvPr>
            <p:ph idx="1"/>
          </p:nvPr>
        </p:nvSpPr>
        <p:spPr>
          <a:xfrm>
            <a:off x="595245" y="2599509"/>
            <a:ext cx="3398174" cy="3639450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lvl="0" eaLnBrk="1" hangingPunct="1">
              <a:buClr>
                <a:srgbClr val="3891A7"/>
              </a:buClr>
            </a:pPr>
            <a:r>
              <a:rPr lang="pt-PT" altLang="pt-PT" sz="1700"/>
              <a:t>Criar um programa que converta entre Celsius e Fahrenheit. </a:t>
            </a:r>
          </a:p>
          <a:p>
            <a:pPr lvl="0" eaLnBrk="1" hangingPunct="1">
              <a:buClr>
                <a:srgbClr val="3891A7"/>
              </a:buClr>
            </a:pPr>
            <a:r>
              <a:rPr lang="pt-PT" altLang="pt-PT" sz="1700"/>
              <a:t>Perguntar C ou F.</a:t>
            </a:r>
            <a:endParaRPr lang="pt-PT" altLang="pt-PT" sz="1700">
              <a:ea typeface="Calibri"/>
              <a:cs typeface="Calibri"/>
            </a:endParaRPr>
          </a:p>
          <a:p>
            <a:pPr lvl="0" eaLnBrk="1" hangingPunct="1">
              <a:buClr>
                <a:srgbClr val="3891A7"/>
              </a:buClr>
            </a:pPr>
            <a:r>
              <a:rPr lang="pt-PT" altLang="pt-PT" sz="1700"/>
              <a:t>Pedir o valor.</a:t>
            </a:r>
            <a:endParaRPr lang="pt-PT" altLang="pt-PT" sz="1700">
              <a:ea typeface="Calibri"/>
              <a:cs typeface="Calibri"/>
            </a:endParaRPr>
          </a:p>
          <a:p>
            <a:pPr>
              <a:buClr>
                <a:srgbClr val="3891A7"/>
              </a:buClr>
            </a:pPr>
            <a:r>
              <a:rPr lang="pt-PT" altLang="pt-PT" sz="1700"/>
              <a:t>Apresentar o valor nas duas medidas.</a:t>
            </a:r>
            <a:endParaRPr lang="pt-PT" altLang="pt-PT" sz="1700">
              <a:ea typeface="Calibri"/>
              <a:cs typeface="Calibri"/>
            </a:endParaRPr>
          </a:p>
        </p:txBody>
      </p:sp>
      <p:pic>
        <p:nvPicPr>
          <p:cNvPr id="394255" name="Picture 394243">
            <a:extLst>
              <a:ext uri="{FF2B5EF4-FFF2-40B4-BE49-F238E27FC236}">
                <a16:creationId xmlns:a16="http://schemas.microsoft.com/office/drawing/2014/main" id="{02E79502-4FA3-611B-FE20-51A606E7B3C7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rcRect/>
          <a:stretch>
            <a:fillRect/>
          </a:stretch>
        </p:blipFill>
        <p:spPr>
          <a:xfrm>
            <a:off x="4433649" y="2484255"/>
            <a:ext cx="3862707" cy="3714244"/>
          </a:xfrm>
          <a:prstGeom prst="rect">
            <a:avLst/>
          </a:prstGeom>
        </p:spPr>
      </p:pic>
      <p:sp>
        <p:nvSpPr>
          <p:cNvPr id="394266" name="Rectangle 394265">
            <a:extLst>
              <a:ext uri="{FF2B5EF4-FFF2-40B4-BE49-F238E27FC236}">
                <a16:creationId xmlns:a16="http://schemas.microsoft.com/office/drawing/2014/main" id="{E6995CE5-F890-4ABA-82A2-26507CE8D2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8323318" y="2332075"/>
            <a:ext cx="781700" cy="114287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4242" name="Rectangle 2"/>
          <p:cNvSpPr>
            <a:spLocks noChangeArrowheads="1"/>
          </p:cNvSpPr>
          <p:nvPr/>
        </p:nvSpPr>
        <p:spPr bwMode="auto">
          <a:xfrm>
            <a:off x="762000" y="762000"/>
            <a:ext cx="7924800" cy="704850"/>
          </a:xfrm>
          <a:prstGeom prst="roundRect">
            <a:avLst>
              <a:gd name="adj" fmla="val 21667"/>
            </a:avLst>
          </a:prstGeom>
          <a:noFill/>
          <a:ln>
            <a:noFill/>
          </a:ln>
          <a:effectLst/>
        </p:spPr>
        <p:txBody>
          <a:bodyPr anchor="ctr" anchorCtr="1"/>
          <a:lstStyle>
            <a:lvl1pPr algn="l">
              <a:lnSpc>
                <a:spcPct val="90000"/>
              </a:lnSpc>
              <a:spcBef>
                <a:spcPct val="0"/>
              </a:spcBef>
              <a:defRPr sz="3600" b="1">
                <a:solidFill>
                  <a:schemeClr val="tx2"/>
                </a:solidFill>
                <a:latin typeface="Arial" charset="0"/>
              </a:defRPr>
            </a:lvl1pPr>
            <a:lvl2pPr algn="l">
              <a:lnSpc>
                <a:spcPct val="90000"/>
              </a:lnSpc>
              <a:spcBef>
                <a:spcPct val="0"/>
              </a:spcBef>
              <a:defRPr sz="3600" b="1">
                <a:solidFill>
                  <a:schemeClr val="tx2"/>
                </a:solidFill>
                <a:latin typeface="Arial" charset="0"/>
              </a:defRPr>
            </a:lvl2pPr>
            <a:lvl3pPr algn="l">
              <a:lnSpc>
                <a:spcPct val="90000"/>
              </a:lnSpc>
              <a:spcBef>
                <a:spcPct val="0"/>
              </a:spcBef>
              <a:defRPr sz="3600" b="1">
                <a:solidFill>
                  <a:schemeClr val="tx2"/>
                </a:solidFill>
                <a:latin typeface="Arial" charset="0"/>
              </a:defRPr>
            </a:lvl3pPr>
            <a:lvl4pPr algn="l">
              <a:lnSpc>
                <a:spcPct val="90000"/>
              </a:lnSpc>
              <a:spcBef>
                <a:spcPct val="0"/>
              </a:spcBef>
              <a:defRPr sz="3600" b="1">
                <a:solidFill>
                  <a:schemeClr val="tx2"/>
                </a:solidFill>
                <a:latin typeface="Arial" charset="0"/>
              </a:defRPr>
            </a:lvl4pPr>
            <a:lvl5pPr algn="l">
              <a:lnSpc>
                <a:spcPct val="90000"/>
              </a:lnSpc>
              <a:spcBef>
                <a:spcPct val="0"/>
              </a:spcBef>
              <a:defRPr sz="3600" b="1">
                <a:solidFill>
                  <a:schemeClr val="tx2"/>
                </a:solidFill>
                <a:latin typeface="Arial" charset="0"/>
              </a:defRPr>
            </a:lvl5pPr>
            <a:lvl6pPr marL="45720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charset="0"/>
              </a:defRPr>
            </a:lvl6pPr>
            <a:lvl7pPr marL="91440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charset="0"/>
              </a:defRPr>
            </a:lvl7pPr>
            <a:lvl8pPr marL="137160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charset="0"/>
              </a:defRPr>
            </a:lvl8pPr>
            <a:lvl9pPr marL="182880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charset="0"/>
              </a:defRPr>
            </a:lvl9pPr>
          </a:lstStyle>
          <a:p>
            <a:pPr>
              <a:buClrTx/>
              <a:buSzTx/>
              <a:buFontTx/>
              <a:buNone/>
              <a:defRPr/>
            </a:pPr>
            <a:endParaRPr lang="pt-PT" altLang="pt-PT" sz="3200"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407653090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94283" name="Rectangle 394272">
            <a:extLst>
              <a:ext uri="{FF2B5EF4-FFF2-40B4-BE49-F238E27FC236}">
                <a16:creationId xmlns:a16="http://schemas.microsoft.com/office/drawing/2014/main" id="{117AB3D3-3C9C-4DED-809A-78734805B89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3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5AED47CA-B3B8-DEEA-A8A0-6EAF764F3E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5246" y="386930"/>
            <a:ext cx="7549592" cy="1298448"/>
          </a:xfrm>
        </p:spPr>
        <p:txBody>
          <a:bodyPr anchor="b">
            <a:normAutofit/>
          </a:bodyPr>
          <a:lstStyle/>
          <a:p>
            <a:r>
              <a:rPr lang="pt-PT" sz="4200"/>
              <a:t>Adivinha</a:t>
            </a:r>
          </a:p>
        </p:txBody>
      </p:sp>
      <p:sp>
        <p:nvSpPr>
          <p:cNvPr id="394284" name="Rectangle 394274">
            <a:extLst>
              <a:ext uri="{FF2B5EF4-FFF2-40B4-BE49-F238E27FC236}">
                <a16:creationId xmlns:a16="http://schemas.microsoft.com/office/drawing/2014/main" id="{3A9A4357-BD1D-4622-A4FE-766E6AB8DE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 flipV="1">
            <a:off x="-1" y="1998845"/>
            <a:ext cx="8590945" cy="781699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4285" name="Rectangle 394276">
            <a:extLst>
              <a:ext uri="{FF2B5EF4-FFF2-40B4-BE49-F238E27FC236}">
                <a16:creationId xmlns:a16="http://schemas.microsoft.com/office/drawing/2014/main" id="{E659831F-0D9A-4C63-9EBB-8435B85A44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203079"/>
            <a:ext cx="8537521" cy="4267991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0594" name="Rectangle 3"/>
          <p:cNvSpPr>
            <a:spLocks noGrp="1" noChangeArrowheads="1"/>
          </p:cNvSpPr>
          <p:nvPr>
            <p:ph idx="1"/>
          </p:nvPr>
        </p:nvSpPr>
        <p:spPr>
          <a:xfrm>
            <a:off x="595245" y="2599509"/>
            <a:ext cx="3398174" cy="3639450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lvl="0" eaLnBrk="1" hangingPunct="1">
              <a:buClr>
                <a:srgbClr val="3891A7"/>
              </a:buClr>
            </a:pPr>
            <a:r>
              <a:rPr lang="pt-PT" altLang="pt-PT" sz="1700"/>
              <a:t>Gerar um número de forma aleatória.</a:t>
            </a:r>
          </a:p>
          <a:p>
            <a:pPr lvl="0" eaLnBrk="1" hangingPunct="1">
              <a:buClr>
                <a:srgbClr val="3891A7"/>
              </a:buClr>
            </a:pPr>
            <a:r>
              <a:rPr lang="pt-PT" altLang="pt-PT" sz="1700"/>
              <a:t>Pedir números ao utilizador indicando se estão acima ou a baixo do número.</a:t>
            </a:r>
            <a:endParaRPr lang="pt-PT" altLang="pt-PT" sz="1700">
              <a:ea typeface="Calibri"/>
              <a:cs typeface="Calibri"/>
            </a:endParaRPr>
          </a:p>
          <a:p>
            <a:pPr lvl="0" eaLnBrk="1" hangingPunct="1">
              <a:buClr>
                <a:srgbClr val="3891A7"/>
              </a:buClr>
            </a:pPr>
            <a:r>
              <a:rPr lang="pt-PT" altLang="pt-PT" sz="1700"/>
              <a:t>Parar só quando acertar.</a:t>
            </a: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32C763B2-A042-0FC1-ABFF-FC6DEAC9D838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433649" y="2484255"/>
            <a:ext cx="3862707" cy="3714244"/>
          </a:xfrm>
          <a:prstGeom prst="rect">
            <a:avLst/>
          </a:prstGeom>
        </p:spPr>
      </p:pic>
      <p:sp>
        <p:nvSpPr>
          <p:cNvPr id="394286" name="Rectangle 394278">
            <a:extLst>
              <a:ext uri="{FF2B5EF4-FFF2-40B4-BE49-F238E27FC236}">
                <a16:creationId xmlns:a16="http://schemas.microsoft.com/office/drawing/2014/main" id="{E6995CE5-F890-4ABA-82A2-26507CE8D2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8323318" y="2332075"/>
            <a:ext cx="781700" cy="114287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4242" name="Rectangle 2"/>
          <p:cNvSpPr>
            <a:spLocks noChangeArrowheads="1"/>
          </p:cNvSpPr>
          <p:nvPr/>
        </p:nvSpPr>
        <p:spPr bwMode="auto">
          <a:xfrm>
            <a:off x="762000" y="762000"/>
            <a:ext cx="7924800" cy="704850"/>
          </a:xfrm>
          <a:prstGeom prst="roundRect">
            <a:avLst>
              <a:gd name="adj" fmla="val 21667"/>
            </a:avLst>
          </a:prstGeom>
          <a:noFill/>
          <a:ln>
            <a:noFill/>
          </a:ln>
          <a:effectLst/>
        </p:spPr>
        <p:txBody>
          <a:bodyPr anchor="ctr" anchorCtr="1"/>
          <a:lstStyle>
            <a:lvl1pPr algn="l">
              <a:lnSpc>
                <a:spcPct val="90000"/>
              </a:lnSpc>
              <a:spcBef>
                <a:spcPct val="0"/>
              </a:spcBef>
              <a:defRPr sz="3600" b="1">
                <a:solidFill>
                  <a:schemeClr val="tx2"/>
                </a:solidFill>
                <a:latin typeface="Arial" charset="0"/>
              </a:defRPr>
            </a:lvl1pPr>
            <a:lvl2pPr algn="l">
              <a:lnSpc>
                <a:spcPct val="90000"/>
              </a:lnSpc>
              <a:spcBef>
                <a:spcPct val="0"/>
              </a:spcBef>
              <a:defRPr sz="3600" b="1">
                <a:solidFill>
                  <a:schemeClr val="tx2"/>
                </a:solidFill>
                <a:latin typeface="Arial" charset="0"/>
              </a:defRPr>
            </a:lvl2pPr>
            <a:lvl3pPr algn="l">
              <a:lnSpc>
                <a:spcPct val="90000"/>
              </a:lnSpc>
              <a:spcBef>
                <a:spcPct val="0"/>
              </a:spcBef>
              <a:defRPr sz="3600" b="1">
                <a:solidFill>
                  <a:schemeClr val="tx2"/>
                </a:solidFill>
                <a:latin typeface="Arial" charset="0"/>
              </a:defRPr>
            </a:lvl3pPr>
            <a:lvl4pPr algn="l">
              <a:lnSpc>
                <a:spcPct val="90000"/>
              </a:lnSpc>
              <a:spcBef>
                <a:spcPct val="0"/>
              </a:spcBef>
              <a:defRPr sz="3600" b="1">
                <a:solidFill>
                  <a:schemeClr val="tx2"/>
                </a:solidFill>
                <a:latin typeface="Arial" charset="0"/>
              </a:defRPr>
            </a:lvl4pPr>
            <a:lvl5pPr algn="l">
              <a:lnSpc>
                <a:spcPct val="90000"/>
              </a:lnSpc>
              <a:spcBef>
                <a:spcPct val="0"/>
              </a:spcBef>
              <a:defRPr sz="3600" b="1">
                <a:solidFill>
                  <a:schemeClr val="tx2"/>
                </a:solidFill>
                <a:latin typeface="Arial" charset="0"/>
              </a:defRPr>
            </a:lvl5pPr>
            <a:lvl6pPr marL="45720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charset="0"/>
              </a:defRPr>
            </a:lvl6pPr>
            <a:lvl7pPr marL="91440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charset="0"/>
              </a:defRPr>
            </a:lvl7pPr>
            <a:lvl8pPr marL="137160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charset="0"/>
              </a:defRPr>
            </a:lvl8pPr>
            <a:lvl9pPr marL="182880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charset="0"/>
              </a:defRPr>
            </a:lvl9pPr>
          </a:lstStyle>
          <a:p>
            <a:pPr>
              <a:buClrTx/>
              <a:buSzTx/>
              <a:buFontTx/>
              <a:buNone/>
              <a:defRPr/>
            </a:pPr>
            <a:endParaRPr lang="pt-PT" altLang="pt-PT" sz="3200"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149622313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94260" name="Rectangle 394259">
            <a:extLst>
              <a:ext uri="{FF2B5EF4-FFF2-40B4-BE49-F238E27FC236}">
                <a16:creationId xmlns:a16="http://schemas.microsoft.com/office/drawing/2014/main" id="{117AB3D3-3C9C-4DED-809A-78734805B89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3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5AED47CA-B3B8-DEEA-A8A0-6EAF764F3E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5246" y="386930"/>
            <a:ext cx="7549592" cy="1298448"/>
          </a:xfrm>
        </p:spPr>
        <p:txBody>
          <a:bodyPr anchor="b">
            <a:normAutofit/>
          </a:bodyPr>
          <a:lstStyle/>
          <a:p>
            <a:r>
              <a:rPr lang="pt-PT" sz="4200"/>
              <a:t>CalculaDora</a:t>
            </a:r>
            <a:endParaRPr lang="pt-PT" sz="4200">
              <a:ea typeface="Calibri Light"/>
              <a:cs typeface="Calibri Light"/>
            </a:endParaRPr>
          </a:p>
        </p:txBody>
      </p:sp>
      <p:sp>
        <p:nvSpPr>
          <p:cNvPr id="394262" name="Rectangle 394261">
            <a:extLst>
              <a:ext uri="{FF2B5EF4-FFF2-40B4-BE49-F238E27FC236}">
                <a16:creationId xmlns:a16="http://schemas.microsoft.com/office/drawing/2014/main" id="{3A9A4357-BD1D-4622-A4FE-766E6AB8DE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 flipV="1">
            <a:off x="-1" y="1998845"/>
            <a:ext cx="8590945" cy="781699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4264" name="Rectangle 394263">
            <a:extLst>
              <a:ext uri="{FF2B5EF4-FFF2-40B4-BE49-F238E27FC236}">
                <a16:creationId xmlns:a16="http://schemas.microsoft.com/office/drawing/2014/main" id="{E659831F-0D9A-4C63-9EBB-8435B85A44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203079"/>
            <a:ext cx="8537521" cy="4267991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0594" name="Rectangle 3"/>
          <p:cNvSpPr>
            <a:spLocks noGrp="1" noChangeArrowheads="1"/>
          </p:cNvSpPr>
          <p:nvPr>
            <p:ph idx="1"/>
          </p:nvPr>
        </p:nvSpPr>
        <p:spPr>
          <a:xfrm>
            <a:off x="595245" y="2599509"/>
            <a:ext cx="3398174" cy="3639450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lvl="0" eaLnBrk="1" hangingPunct="1">
              <a:buClr>
                <a:srgbClr val="3891A7"/>
              </a:buClr>
            </a:pPr>
            <a:r>
              <a:rPr lang="pt-PT" altLang="pt-PT" sz="1700"/>
              <a:t>Perguntar a operação(“Somar, Subtrair, Multiplicar e Dividir”).</a:t>
            </a:r>
          </a:p>
          <a:p>
            <a:pPr lvl="0" eaLnBrk="1" hangingPunct="1">
              <a:buClr>
                <a:srgbClr val="3891A7"/>
              </a:buClr>
            </a:pPr>
            <a:r>
              <a:rPr lang="pt-PT" altLang="pt-PT" sz="1700"/>
              <a:t>Perguntar dois números.</a:t>
            </a:r>
            <a:endParaRPr lang="pt-PT" altLang="pt-PT" sz="1700">
              <a:ea typeface="Calibri"/>
              <a:cs typeface="Calibri"/>
            </a:endParaRPr>
          </a:p>
          <a:p>
            <a:pPr lvl="0" eaLnBrk="1" hangingPunct="1">
              <a:buClr>
                <a:srgbClr val="3891A7"/>
              </a:buClr>
            </a:pPr>
            <a:r>
              <a:rPr lang="pt-PT" altLang="pt-PT" sz="1700"/>
              <a:t>Efetuar o cálculo e apresentá-lo.</a:t>
            </a:r>
            <a:endParaRPr lang="pt-PT" altLang="pt-PT" sz="1700">
              <a:ea typeface="Calibri"/>
              <a:cs typeface="Calibri"/>
            </a:endParaRPr>
          </a:p>
        </p:txBody>
      </p:sp>
      <p:pic>
        <p:nvPicPr>
          <p:cNvPr id="394255" name="Picture 394243">
            <a:extLst>
              <a:ext uri="{FF2B5EF4-FFF2-40B4-BE49-F238E27FC236}">
                <a16:creationId xmlns:a16="http://schemas.microsoft.com/office/drawing/2014/main" id="{02E79502-4FA3-611B-FE20-51A606E7B3C7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-3"/>
          <a:stretch>
            <a:fillRect/>
          </a:stretch>
        </p:blipFill>
        <p:spPr>
          <a:xfrm>
            <a:off x="4433649" y="2484255"/>
            <a:ext cx="3862707" cy="3714244"/>
          </a:xfrm>
          <a:prstGeom prst="rect">
            <a:avLst/>
          </a:prstGeom>
        </p:spPr>
      </p:pic>
      <p:sp>
        <p:nvSpPr>
          <p:cNvPr id="394266" name="Rectangle 394265">
            <a:extLst>
              <a:ext uri="{FF2B5EF4-FFF2-40B4-BE49-F238E27FC236}">
                <a16:creationId xmlns:a16="http://schemas.microsoft.com/office/drawing/2014/main" id="{E6995CE5-F890-4ABA-82A2-26507CE8D2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8323318" y="2332075"/>
            <a:ext cx="781700" cy="114287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4242" name="Rectangle 2"/>
          <p:cNvSpPr>
            <a:spLocks noChangeArrowheads="1"/>
          </p:cNvSpPr>
          <p:nvPr/>
        </p:nvSpPr>
        <p:spPr bwMode="auto">
          <a:xfrm>
            <a:off x="762000" y="762000"/>
            <a:ext cx="7924800" cy="704850"/>
          </a:xfrm>
          <a:prstGeom prst="roundRect">
            <a:avLst>
              <a:gd name="adj" fmla="val 21667"/>
            </a:avLst>
          </a:prstGeom>
          <a:noFill/>
          <a:ln>
            <a:noFill/>
          </a:ln>
          <a:effectLst/>
        </p:spPr>
        <p:txBody>
          <a:bodyPr anchor="ctr" anchorCtr="1"/>
          <a:lstStyle>
            <a:lvl1pPr algn="l">
              <a:lnSpc>
                <a:spcPct val="90000"/>
              </a:lnSpc>
              <a:spcBef>
                <a:spcPct val="0"/>
              </a:spcBef>
              <a:defRPr sz="3600" b="1">
                <a:solidFill>
                  <a:schemeClr val="tx2"/>
                </a:solidFill>
                <a:latin typeface="Arial" charset="0"/>
              </a:defRPr>
            </a:lvl1pPr>
            <a:lvl2pPr algn="l">
              <a:lnSpc>
                <a:spcPct val="90000"/>
              </a:lnSpc>
              <a:spcBef>
                <a:spcPct val="0"/>
              </a:spcBef>
              <a:defRPr sz="3600" b="1">
                <a:solidFill>
                  <a:schemeClr val="tx2"/>
                </a:solidFill>
                <a:latin typeface="Arial" charset="0"/>
              </a:defRPr>
            </a:lvl2pPr>
            <a:lvl3pPr algn="l">
              <a:lnSpc>
                <a:spcPct val="90000"/>
              </a:lnSpc>
              <a:spcBef>
                <a:spcPct val="0"/>
              </a:spcBef>
              <a:defRPr sz="3600" b="1">
                <a:solidFill>
                  <a:schemeClr val="tx2"/>
                </a:solidFill>
                <a:latin typeface="Arial" charset="0"/>
              </a:defRPr>
            </a:lvl3pPr>
            <a:lvl4pPr algn="l">
              <a:lnSpc>
                <a:spcPct val="90000"/>
              </a:lnSpc>
              <a:spcBef>
                <a:spcPct val="0"/>
              </a:spcBef>
              <a:defRPr sz="3600" b="1">
                <a:solidFill>
                  <a:schemeClr val="tx2"/>
                </a:solidFill>
                <a:latin typeface="Arial" charset="0"/>
              </a:defRPr>
            </a:lvl4pPr>
            <a:lvl5pPr algn="l">
              <a:lnSpc>
                <a:spcPct val="90000"/>
              </a:lnSpc>
              <a:spcBef>
                <a:spcPct val="0"/>
              </a:spcBef>
              <a:defRPr sz="3600" b="1">
                <a:solidFill>
                  <a:schemeClr val="tx2"/>
                </a:solidFill>
                <a:latin typeface="Arial" charset="0"/>
              </a:defRPr>
            </a:lvl5pPr>
            <a:lvl6pPr marL="45720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charset="0"/>
              </a:defRPr>
            </a:lvl6pPr>
            <a:lvl7pPr marL="91440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charset="0"/>
              </a:defRPr>
            </a:lvl7pPr>
            <a:lvl8pPr marL="137160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charset="0"/>
              </a:defRPr>
            </a:lvl8pPr>
            <a:lvl9pPr marL="182880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charset="0"/>
              </a:defRPr>
            </a:lvl9pPr>
          </a:lstStyle>
          <a:p>
            <a:pPr>
              <a:buClrTx/>
              <a:buSzTx/>
              <a:buFontTx/>
              <a:buNone/>
              <a:defRPr/>
            </a:pPr>
            <a:endParaRPr lang="pt-PT" altLang="pt-PT" sz="3200"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189004111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94260" name="Rectangle 394259">
            <a:extLst>
              <a:ext uri="{FF2B5EF4-FFF2-40B4-BE49-F238E27FC236}">
                <a16:creationId xmlns:a16="http://schemas.microsoft.com/office/drawing/2014/main" id="{117AB3D3-3C9C-4DED-809A-78734805B89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3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5AED47CA-B3B8-DEEA-A8A0-6EAF764F3E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5246" y="386930"/>
            <a:ext cx="7549592" cy="1298448"/>
          </a:xfrm>
        </p:spPr>
        <p:txBody>
          <a:bodyPr anchor="b">
            <a:normAutofit/>
          </a:bodyPr>
          <a:lstStyle/>
          <a:p>
            <a:r>
              <a:rPr lang="pt-PT" sz="4200"/>
              <a:t>Final Count Down</a:t>
            </a:r>
          </a:p>
        </p:txBody>
      </p:sp>
      <p:sp>
        <p:nvSpPr>
          <p:cNvPr id="394262" name="Rectangle 394261">
            <a:extLst>
              <a:ext uri="{FF2B5EF4-FFF2-40B4-BE49-F238E27FC236}">
                <a16:creationId xmlns:a16="http://schemas.microsoft.com/office/drawing/2014/main" id="{3A9A4357-BD1D-4622-A4FE-766E6AB8DE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 flipV="1">
            <a:off x="-1" y="1998845"/>
            <a:ext cx="8590945" cy="781699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4264" name="Rectangle 394263">
            <a:extLst>
              <a:ext uri="{FF2B5EF4-FFF2-40B4-BE49-F238E27FC236}">
                <a16:creationId xmlns:a16="http://schemas.microsoft.com/office/drawing/2014/main" id="{E659831F-0D9A-4C63-9EBB-8435B85A44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203079"/>
            <a:ext cx="8537521" cy="4267991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0594" name="Rectangle 3"/>
          <p:cNvSpPr>
            <a:spLocks noGrp="1" noChangeArrowheads="1"/>
          </p:cNvSpPr>
          <p:nvPr>
            <p:ph idx="1"/>
          </p:nvPr>
        </p:nvSpPr>
        <p:spPr>
          <a:xfrm>
            <a:off x="595245" y="2599509"/>
            <a:ext cx="3398174" cy="3639450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buClr>
                <a:srgbClr val="3891A7"/>
              </a:buClr>
            </a:pPr>
            <a:r>
              <a:rPr lang="pt-PT" altLang="pt-PT" sz="1700"/>
              <a:t>Pedir um número</a:t>
            </a:r>
            <a:endParaRPr lang="pt-PT" sz="1700"/>
          </a:p>
          <a:p>
            <a:pPr>
              <a:buClr>
                <a:srgbClr val="3891A7"/>
              </a:buClr>
            </a:pPr>
            <a:r>
              <a:rPr lang="pt-PT" altLang="pt-PT" sz="1700"/>
              <a:t>Apresentar os números de forma descendente até ao 0(zero).</a:t>
            </a:r>
            <a:endParaRPr lang="pt-PT" sz="1700"/>
          </a:p>
        </p:txBody>
      </p:sp>
      <p:pic>
        <p:nvPicPr>
          <p:cNvPr id="394255" name="Picture 394243">
            <a:extLst>
              <a:ext uri="{FF2B5EF4-FFF2-40B4-BE49-F238E27FC236}">
                <a16:creationId xmlns:a16="http://schemas.microsoft.com/office/drawing/2014/main" id="{02E79502-4FA3-611B-FE20-51A606E7B3C7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rcRect b="-3"/>
          <a:stretch>
            <a:fillRect/>
          </a:stretch>
        </p:blipFill>
        <p:spPr>
          <a:xfrm>
            <a:off x="4433649" y="2484255"/>
            <a:ext cx="3862707" cy="3714244"/>
          </a:xfrm>
          <a:prstGeom prst="rect">
            <a:avLst/>
          </a:prstGeom>
        </p:spPr>
      </p:pic>
      <p:sp>
        <p:nvSpPr>
          <p:cNvPr id="394266" name="Rectangle 394265">
            <a:extLst>
              <a:ext uri="{FF2B5EF4-FFF2-40B4-BE49-F238E27FC236}">
                <a16:creationId xmlns:a16="http://schemas.microsoft.com/office/drawing/2014/main" id="{E6995CE5-F890-4ABA-82A2-26507CE8D2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8323318" y="2332075"/>
            <a:ext cx="781700" cy="114287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4242" name="Rectangle 2"/>
          <p:cNvSpPr>
            <a:spLocks noChangeArrowheads="1"/>
          </p:cNvSpPr>
          <p:nvPr/>
        </p:nvSpPr>
        <p:spPr bwMode="auto">
          <a:xfrm>
            <a:off x="762000" y="762000"/>
            <a:ext cx="7924800" cy="704850"/>
          </a:xfrm>
          <a:prstGeom prst="roundRect">
            <a:avLst>
              <a:gd name="adj" fmla="val 21667"/>
            </a:avLst>
          </a:prstGeom>
          <a:noFill/>
          <a:ln>
            <a:noFill/>
          </a:ln>
          <a:effectLst/>
        </p:spPr>
        <p:txBody>
          <a:bodyPr anchor="ctr" anchorCtr="1"/>
          <a:lstStyle>
            <a:lvl1pPr algn="l">
              <a:lnSpc>
                <a:spcPct val="90000"/>
              </a:lnSpc>
              <a:spcBef>
                <a:spcPct val="0"/>
              </a:spcBef>
              <a:defRPr sz="3600" b="1">
                <a:solidFill>
                  <a:schemeClr val="tx2"/>
                </a:solidFill>
                <a:latin typeface="Arial" charset="0"/>
              </a:defRPr>
            </a:lvl1pPr>
            <a:lvl2pPr algn="l">
              <a:lnSpc>
                <a:spcPct val="90000"/>
              </a:lnSpc>
              <a:spcBef>
                <a:spcPct val="0"/>
              </a:spcBef>
              <a:defRPr sz="3600" b="1">
                <a:solidFill>
                  <a:schemeClr val="tx2"/>
                </a:solidFill>
                <a:latin typeface="Arial" charset="0"/>
              </a:defRPr>
            </a:lvl2pPr>
            <a:lvl3pPr algn="l">
              <a:lnSpc>
                <a:spcPct val="90000"/>
              </a:lnSpc>
              <a:spcBef>
                <a:spcPct val="0"/>
              </a:spcBef>
              <a:defRPr sz="3600" b="1">
                <a:solidFill>
                  <a:schemeClr val="tx2"/>
                </a:solidFill>
                <a:latin typeface="Arial" charset="0"/>
              </a:defRPr>
            </a:lvl3pPr>
            <a:lvl4pPr algn="l">
              <a:lnSpc>
                <a:spcPct val="90000"/>
              </a:lnSpc>
              <a:spcBef>
                <a:spcPct val="0"/>
              </a:spcBef>
              <a:defRPr sz="3600" b="1">
                <a:solidFill>
                  <a:schemeClr val="tx2"/>
                </a:solidFill>
                <a:latin typeface="Arial" charset="0"/>
              </a:defRPr>
            </a:lvl4pPr>
            <a:lvl5pPr algn="l">
              <a:lnSpc>
                <a:spcPct val="90000"/>
              </a:lnSpc>
              <a:spcBef>
                <a:spcPct val="0"/>
              </a:spcBef>
              <a:defRPr sz="3600" b="1">
                <a:solidFill>
                  <a:schemeClr val="tx2"/>
                </a:solidFill>
                <a:latin typeface="Arial" charset="0"/>
              </a:defRPr>
            </a:lvl5pPr>
            <a:lvl6pPr marL="45720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charset="0"/>
              </a:defRPr>
            </a:lvl6pPr>
            <a:lvl7pPr marL="91440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charset="0"/>
              </a:defRPr>
            </a:lvl7pPr>
            <a:lvl8pPr marL="137160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charset="0"/>
              </a:defRPr>
            </a:lvl8pPr>
            <a:lvl9pPr marL="182880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charset="0"/>
              </a:defRPr>
            </a:lvl9pPr>
          </a:lstStyle>
          <a:p>
            <a:pPr>
              <a:buClrTx/>
              <a:buSzTx/>
              <a:buFontTx/>
              <a:buNone/>
              <a:defRPr/>
            </a:pPr>
            <a:endParaRPr lang="pt-PT" altLang="pt-PT" sz="3200"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630120477"/>
      </p:ext>
    </p:extLst>
  </p:cSld>
  <p:clrMapOvr>
    <a:masterClrMapping/>
  </p:clrMapOvr>
</p:sld>
</file>

<file path=ppt/theme/theme1.xml><?xml version="1.0" encoding="utf-8"?>
<a:theme xmlns:a="http://schemas.openxmlformats.org/drawingml/2006/main" name="Tema Office 2013 - 2022">
  <a:themeElements>
    <a:clrScheme name="Tema Office 2013 - 2022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Tema Office 2013 - 2022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Tema Office 2013 - 2022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EA1838B29BE400418F64012B09F26F25" ma:contentTypeVersion="3" ma:contentTypeDescription="Criar um novo documento." ma:contentTypeScope="" ma:versionID="3ac07e79369edef41cfbd4fd28f59b6b">
  <xsd:schema xmlns:xsd="http://www.w3.org/2001/XMLSchema" xmlns:xs="http://www.w3.org/2001/XMLSchema" xmlns:p="http://schemas.microsoft.com/office/2006/metadata/properties" xmlns:ns2="173d77ef-034d-4373-8d2e-474a77ea109d" targetNamespace="http://schemas.microsoft.com/office/2006/metadata/properties" ma:root="true" ma:fieldsID="cf9cf6ea52323ab86580d65a994018f2" ns2:_="">
    <xsd:import namespace="173d77ef-034d-4373-8d2e-474a77ea109d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73d77ef-034d-4373-8d2e-474a77ea109d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ú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AEBF3B7E-C154-4960-AEFB-1C74E13ABF1B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173d77ef-034d-4373-8d2e-474a77ea109d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BBE814C6-B57E-48B0-81B0-8D87EF3CA4C4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B050629A-60DB-4860-944F-9623DF57E63A}">
  <ds:schemaRefs>
    <ds:schemaRef ds:uri="a00e5186-3ee1-4f03-a7d6-66b69971da24"/>
    <ds:schemaRef ds:uri="f40a1378-073b-4b98-b63d-f4c0e38f7637"/>
    <ds:schemaRef ds:uri="http://schemas.microsoft.com/office/2006/metadata/properties"/>
    <ds:schemaRef ds:uri="http://schemas.microsoft.com/office/infopath/2007/PartnerControls"/>
    <ds:schemaRef ds:uri="d8d90ff0-7334-4289-8e89-037e70547c42"/>
    <ds:schemaRef ds:uri="ac60e287-ab23-4bf5-94af-8f40403b12c3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0</TotalTime>
  <Words>186</Words>
  <Application>Microsoft Office PowerPoint</Application>
  <PresentationFormat>Apresentação no Ecrã (4:3)</PresentationFormat>
  <Paragraphs>32</Paragraphs>
  <Slides>9</Slides>
  <Notes>0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dos diapositivos</vt:lpstr>
      </vt:variant>
      <vt:variant>
        <vt:i4>9</vt:i4>
      </vt:variant>
    </vt:vector>
  </HeadingPairs>
  <TitlesOfParts>
    <vt:vector size="10" baseType="lpstr">
      <vt:lpstr>Tema Office 2013 - 2022</vt:lpstr>
      <vt:lpstr>EXERCÍCIOS </vt:lpstr>
      <vt:lpstr>Tabuada?!?</vt:lpstr>
      <vt:lpstr>Complicação multiplicada</vt:lpstr>
      <vt:lpstr>Bucha e Estica</vt:lpstr>
      <vt:lpstr>Primo por programar bem</vt:lpstr>
      <vt:lpstr>Tradutor de Temperaturas</vt:lpstr>
      <vt:lpstr>Adivinha</vt:lpstr>
      <vt:lpstr>CalculaDora</vt:lpstr>
      <vt:lpstr>Final Count Down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/>
  <cp:revision>8</cp:revision>
  <dcterms:created xsi:type="dcterms:W3CDTF">2016-10-28T15:18:04Z</dcterms:created>
  <dcterms:modified xsi:type="dcterms:W3CDTF">2026-10-22T10:28:03Z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0x010100EA1838B29BE400418F64012B09F26F25</vt:lpwstr>
  </property>
  <property fmtid="{D5CDD505-2E9C-101B-9397-08002B2CF9AE}" pid="3" name="MediaServiceImageTags">
    <vt:lpwstr/>
  </property>
</Properties>
</file>